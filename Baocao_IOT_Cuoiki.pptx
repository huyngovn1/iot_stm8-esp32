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26"/>
  </p:handoutMasterIdLst>
  <p:sldIdLst>
    <p:sldId id="264" r:id="rId3"/>
    <p:sldId id="278" r:id="rId5"/>
    <p:sldId id="282" r:id="rId6"/>
    <p:sldId id="276" r:id="rId7"/>
    <p:sldId id="279" r:id="rId8"/>
    <p:sldId id="297" r:id="rId9"/>
    <p:sldId id="301" r:id="rId10"/>
    <p:sldId id="300" r:id="rId11"/>
    <p:sldId id="299" r:id="rId12"/>
    <p:sldId id="281" r:id="rId13"/>
    <p:sldId id="308" r:id="rId14"/>
    <p:sldId id="288" r:id="rId15"/>
    <p:sldId id="291" r:id="rId16"/>
    <p:sldId id="284" r:id="rId17"/>
    <p:sldId id="286" r:id="rId18"/>
    <p:sldId id="305" r:id="rId19"/>
    <p:sldId id="306" r:id="rId20"/>
    <p:sldId id="294" r:id="rId21"/>
    <p:sldId id="296" r:id="rId22"/>
    <p:sldId id="303" r:id="rId23"/>
    <p:sldId id="307" r:id="rId24"/>
    <p:sldId id="302" r:id="rId25"/>
  </p:sldIdLst>
  <p:sldSz cx="9144000" cy="6858000" type="screen4x3"/>
  <p:notesSz cx="6736080" cy="9866630"/>
  <p:defaultTextStyle>
    <a:defPPr>
      <a:defRPr lang="en-US"/>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9pPr>
  </p:defaultTextStyle>
  <p:extLst>
    <p:ext uri="{EFAFB233-063F-42B5-8137-9DF3F51BA10A}">
      <p15:sldGuideLst xmlns:p15="http://schemas.microsoft.com/office/powerpoint/2012/main">
        <p15:guide id="1" orient="horz" pos="2142" userDrawn="1">
          <p15:clr>
            <a:srgbClr val="A4A3A4"/>
          </p15:clr>
        </p15:guide>
        <p15:guide id="2" pos="284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2FDB2607-1784-4EEB-B798-7EB5836EED8A}">
        <p14:showMediaCtrls xmlns:p14="http://schemas.microsoft.com/office/powerpoint/2010/main" val="1"/>
      </p:ext>
    </p:extLst>
  </p:showPr>
  <p:clrMru>
    <a:srgbClr val="0000FF"/>
    <a:srgbClr val="EBE79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6587"/>
    <p:restoredTop sz="91536"/>
  </p:normalViewPr>
  <p:slideViewPr>
    <p:cSldViewPr showGuides="1">
      <p:cViewPr varScale="1">
        <p:scale>
          <a:sx n="101" d="100"/>
          <a:sy n="101" d="100"/>
        </p:scale>
        <p:origin x="2436" y="108"/>
      </p:cViewPr>
      <p:guideLst>
        <p:guide orient="horz" pos="2142"/>
        <p:guide pos="2848"/>
      </p:guideLst>
    </p:cSldViewPr>
  </p:slideViewPr>
  <p:outlineViewPr>
    <p:cViewPr>
      <p:scale>
        <a:sx n="33" d="100"/>
        <a:sy n="33" d="100"/>
      </p:scale>
      <p:origin x="0" y="0"/>
    </p:cViewPr>
  </p:outlineViewPr>
  <p:notesTextViewPr>
    <p:cViewPr>
      <p:scale>
        <a:sx n="150" d="100"/>
        <a:sy n="150" d="100"/>
      </p:scale>
      <p:origin x="0" y="0"/>
    </p:cViewPr>
  </p:notesTextViewPr>
  <p:sorterViewPr showFormatting="0">
    <p:cViewPr varScale="1">
      <p:scale>
        <a:sx n="100" d="100"/>
        <a:sy n="100" d="100"/>
      </p:scale>
      <p:origin x="0" y="-3882"/>
    </p:cViewPr>
  </p:sorter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9" Type="http://schemas.openxmlformats.org/officeDocument/2006/relationships/tableStyles" Target="tableStyles.xml"/><Relationship Id="rId28" Type="http://schemas.openxmlformats.org/officeDocument/2006/relationships/viewProps" Target="viewProps.xml"/><Relationship Id="rId27" Type="http://schemas.openxmlformats.org/officeDocument/2006/relationships/presProps" Target="presProps.xml"/><Relationship Id="rId26" Type="http://schemas.openxmlformats.org/officeDocument/2006/relationships/handoutMaster" Target="handoutMasters/handoutMaster1.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 name="Header Placeholder 1"/>
          <p:cNvSpPr>
            <a:spLocks noGrp="1"/>
          </p:cNvSpPr>
          <p:nvPr>
            <p:ph type="hdr" sz="quarter"/>
          </p:nvPr>
        </p:nvSpPr>
        <p:spPr>
          <a:xfrm>
            <a:off x="0" y="0"/>
            <a:ext cx="2919413" cy="493713"/>
          </a:xfrm>
          <a:prstGeom prst="rect">
            <a:avLst/>
          </a:prstGeom>
        </p:spPr>
        <p:txBody>
          <a:bodyPr vert="horz" wrap="square" lIns="90750" tIns="45376" rIns="90750" bIns="45376" numCol="1" anchor="t" anchorCtr="0" compatLnSpc="1"/>
          <a:lstStyle>
            <a:lvl1pPr>
              <a:defRPr sz="120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en-US" sz="1200" b="0" i="0" u="none" strike="noStrike" kern="1200" cap="none" spc="0" normalizeH="0" baseline="0" noProof="0">
              <a:ln>
                <a:noFill/>
              </a:ln>
              <a:solidFill>
                <a:schemeClr val="tx1"/>
              </a:solidFill>
              <a:effectLst/>
              <a:uLnTx/>
              <a:uFillTx/>
              <a:latin typeface="Calibri" panose="020F0502020204030204" pitchFamily="34" charset="0"/>
              <a:ea typeface="+mn-ea"/>
              <a:cs typeface="Arial" panose="020B0604020202020204" pitchFamily="34" charset="0"/>
            </a:endParaRPr>
          </a:p>
        </p:txBody>
      </p:sp>
      <p:sp>
        <p:nvSpPr>
          <p:cNvPr id="3" name="Date Placeholder 2"/>
          <p:cNvSpPr>
            <a:spLocks noGrp="1"/>
          </p:cNvSpPr>
          <p:nvPr>
            <p:ph type="dt" sz="quarter" idx="1"/>
          </p:nvPr>
        </p:nvSpPr>
        <p:spPr>
          <a:xfrm>
            <a:off x="3814763" y="0"/>
            <a:ext cx="2919413" cy="493713"/>
          </a:xfrm>
          <a:prstGeom prst="rect">
            <a:avLst/>
          </a:prstGeom>
        </p:spPr>
        <p:txBody>
          <a:bodyPr vert="horz" wrap="square" lIns="90750" tIns="45376" rIns="90750" bIns="45376" numCol="1" anchor="t" anchorCtr="0" compatLnSpc="1"/>
          <a:lstStyle>
            <a:lvl1pPr algn="r">
              <a:defRPr sz="1200">
                <a:cs typeface="Arial" panose="020B0604020202020204" pitchFamily="34" charset="0"/>
              </a:defRPr>
            </a:lvl1pPr>
          </a:lstStyle>
          <a:p>
            <a:pPr marL="0" marR="0" lvl="0" indent="0" algn="r" defTabSz="914400" rtl="0" eaLnBrk="0" fontAlgn="base" latinLnBrk="0" hangingPunct="0">
              <a:lnSpc>
                <a:spcPct val="100000"/>
              </a:lnSpc>
              <a:spcBef>
                <a:spcPct val="0"/>
              </a:spcBef>
              <a:spcAft>
                <a:spcPct val="0"/>
              </a:spcAft>
              <a:buClrTx/>
              <a:buSzTx/>
              <a:buFontTx/>
              <a:buNone/>
              <a:defRPr/>
            </a:pPr>
            <a:fld id="{29E7EB1A-1929-4450-9250-C8CEFA14B713}" type="datetimeFigureOut">
              <a:rPr kumimoji="0" lang="en-US" altLang="en-US" sz="1200" b="0" i="0" u="none" strike="noStrike" kern="1200" cap="none" spc="0" normalizeH="0" baseline="0" noProof="0">
                <a:ln>
                  <a:noFill/>
                </a:ln>
                <a:solidFill>
                  <a:schemeClr val="tx1"/>
                </a:solidFill>
                <a:effectLst/>
                <a:uLnTx/>
                <a:uFillTx/>
                <a:latin typeface="Calibri" panose="020F0502020204030204" pitchFamily="34" charset="0"/>
                <a:ea typeface="+mn-ea"/>
                <a:cs typeface="Arial" panose="020B0604020202020204" pitchFamily="34" charset="0"/>
              </a:rPr>
            </a:fld>
            <a:endParaRPr kumimoji="0" lang="en-US" altLang="en-US" sz="1200" b="0" i="0" u="none" strike="noStrike" kern="1200" cap="none" spc="0" normalizeH="0" baseline="0" noProof="0">
              <a:ln>
                <a:noFill/>
              </a:ln>
              <a:solidFill>
                <a:schemeClr val="tx1"/>
              </a:solidFill>
              <a:effectLst/>
              <a:uLnTx/>
              <a:uFillTx/>
              <a:latin typeface="Calibri" panose="020F0502020204030204" pitchFamily="34" charset="0"/>
              <a:ea typeface="+mn-ea"/>
              <a:cs typeface="Arial" panose="020B0604020202020204" pitchFamily="34" charset="0"/>
            </a:endParaRPr>
          </a:p>
        </p:txBody>
      </p:sp>
      <p:sp>
        <p:nvSpPr>
          <p:cNvPr id="4" name="Footer Placeholder 3"/>
          <p:cNvSpPr>
            <a:spLocks noGrp="1"/>
          </p:cNvSpPr>
          <p:nvPr>
            <p:ph type="ftr" sz="quarter" idx="2"/>
          </p:nvPr>
        </p:nvSpPr>
        <p:spPr>
          <a:xfrm>
            <a:off x="0" y="9372600"/>
            <a:ext cx="2919413" cy="493713"/>
          </a:xfrm>
          <a:prstGeom prst="rect">
            <a:avLst/>
          </a:prstGeom>
        </p:spPr>
        <p:txBody>
          <a:bodyPr vert="horz" wrap="square" lIns="90750" tIns="45376" rIns="90750" bIns="45376" numCol="1" anchor="b" anchorCtr="0" compatLnSpc="1"/>
          <a:lstStyle>
            <a:lvl1pPr>
              <a:defRPr sz="120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en-US" sz="1200" b="0" i="0" u="none" strike="noStrike" kern="1200" cap="none" spc="0" normalizeH="0" baseline="0" noProof="0">
              <a:ln>
                <a:noFill/>
              </a:ln>
              <a:solidFill>
                <a:schemeClr val="tx1"/>
              </a:solidFill>
              <a:effectLst/>
              <a:uLnTx/>
              <a:uFillTx/>
              <a:latin typeface="Calibri" panose="020F0502020204030204" pitchFamily="34" charset="0"/>
              <a:ea typeface="+mn-ea"/>
              <a:cs typeface="Arial" panose="020B0604020202020204" pitchFamily="34" charset="0"/>
            </a:endParaRPr>
          </a:p>
        </p:txBody>
      </p:sp>
      <p:sp>
        <p:nvSpPr>
          <p:cNvPr id="5" name="Slide Number Placeholder 4"/>
          <p:cNvSpPr>
            <a:spLocks noGrp="1"/>
          </p:cNvSpPr>
          <p:nvPr>
            <p:ph type="sldNum" sz="quarter" idx="3"/>
          </p:nvPr>
        </p:nvSpPr>
        <p:spPr>
          <a:xfrm>
            <a:off x="3814763" y="9372600"/>
            <a:ext cx="2919413" cy="493713"/>
          </a:xfrm>
          <a:prstGeom prst="rect">
            <a:avLst/>
          </a:prstGeom>
        </p:spPr>
        <p:txBody>
          <a:bodyPr vert="horz" wrap="square" lIns="90750" tIns="45376" rIns="90750" bIns="45376" numCol="1" anchor="b" anchorCtr="0" compatLnSpc="1"/>
          <a:p>
            <a:pPr lvl="0" algn="r">
              <a:buNone/>
            </a:pPr>
            <a:fld id="{9A0DB2DC-4C9A-4742-B13C-FB6460FD3503}" type="slidenum">
              <a:rPr lang="en-US" altLang="en-US" sz="1200" dirty="0"/>
            </a:fld>
            <a:endParaRPr lang="en-US" altLang="en-US" sz="1200" dirty="0"/>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 name="Header Placeholder 1"/>
          <p:cNvSpPr>
            <a:spLocks noGrp="1"/>
          </p:cNvSpPr>
          <p:nvPr>
            <p:ph type="hdr" sz="quarter"/>
          </p:nvPr>
        </p:nvSpPr>
        <p:spPr>
          <a:xfrm>
            <a:off x="0" y="0"/>
            <a:ext cx="2919413" cy="493713"/>
          </a:xfrm>
          <a:prstGeom prst="rect">
            <a:avLst/>
          </a:prstGeom>
        </p:spPr>
        <p:txBody>
          <a:bodyPr vert="horz" wrap="square" lIns="90750" tIns="45376" rIns="90750" bIns="45376" numCol="1" anchor="t" anchorCtr="0" compatLnSpc="1"/>
          <a:lstStyle>
            <a:lvl1pPr eaLnBrk="1" hangingPunct="1">
              <a:defRPr sz="1200">
                <a:cs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en-US" sz="1200" b="0" i="0" u="none" strike="noStrike" kern="1200" cap="none" spc="0" normalizeH="0" baseline="0" noProof="0">
              <a:ln>
                <a:noFill/>
              </a:ln>
              <a:solidFill>
                <a:schemeClr val="tx1"/>
              </a:solidFill>
              <a:effectLst/>
              <a:uLnTx/>
              <a:uFillTx/>
              <a:latin typeface="Calibri" panose="020F0502020204030204" pitchFamily="34" charset="0"/>
              <a:ea typeface="+mn-ea"/>
              <a:cs typeface="Arial" panose="020B0604020202020204" pitchFamily="34" charset="0"/>
            </a:endParaRPr>
          </a:p>
        </p:txBody>
      </p:sp>
      <p:sp>
        <p:nvSpPr>
          <p:cNvPr id="3" name="Date Placeholder 2"/>
          <p:cNvSpPr>
            <a:spLocks noGrp="1"/>
          </p:cNvSpPr>
          <p:nvPr>
            <p:ph type="dt" idx="1"/>
          </p:nvPr>
        </p:nvSpPr>
        <p:spPr>
          <a:xfrm>
            <a:off x="3814763" y="0"/>
            <a:ext cx="2919413" cy="493713"/>
          </a:xfrm>
          <a:prstGeom prst="rect">
            <a:avLst/>
          </a:prstGeom>
        </p:spPr>
        <p:txBody>
          <a:bodyPr vert="horz" wrap="square" lIns="90750" tIns="45376" rIns="90750" bIns="45376" numCol="1" anchor="t" anchorCtr="0" compatLnSpc="1"/>
          <a:lstStyle>
            <a:lvl1pPr algn="r" eaLnBrk="1" hangingPunct="1">
              <a:defRPr sz="1200">
                <a:cs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55769ACF-DB58-42D3-A333-E98B961AFAB0}" type="datetimeFigureOut">
              <a:rPr kumimoji="0" lang="en-US" altLang="en-US" sz="1200" b="0" i="0" u="none" strike="noStrike" kern="1200" cap="none" spc="0" normalizeH="0" baseline="0" noProof="0">
                <a:ln>
                  <a:noFill/>
                </a:ln>
                <a:solidFill>
                  <a:schemeClr val="tx1"/>
                </a:solidFill>
                <a:effectLst/>
                <a:uLnTx/>
                <a:uFillTx/>
                <a:latin typeface="Calibri" panose="020F0502020204030204" pitchFamily="34" charset="0"/>
                <a:ea typeface="+mn-ea"/>
                <a:cs typeface="Arial" panose="020B0604020202020204" pitchFamily="34" charset="0"/>
              </a:rPr>
            </a:fld>
            <a:endParaRPr kumimoji="0" lang="en-US" altLang="en-US" sz="1200" b="0" i="0" u="none" strike="noStrike" kern="1200" cap="none" spc="0" normalizeH="0" baseline="0" noProof="0">
              <a:ln>
                <a:noFill/>
              </a:ln>
              <a:solidFill>
                <a:schemeClr val="tx1"/>
              </a:solidFill>
              <a:effectLst/>
              <a:uLnTx/>
              <a:uFillTx/>
              <a:latin typeface="Calibri" panose="020F0502020204030204" pitchFamily="34" charset="0"/>
              <a:ea typeface="+mn-ea"/>
              <a:cs typeface="Arial" panose="020B0604020202020204" pitchFamily="34" charset="0"/>
            </a:endParaRPr>
          </a:p>
        </p:txBody>
      </p:sp>
      <p:sp>
        <p:nvSpPr>
          <p:cNvPr id="4" name="Slide Image Placeholder 3"/>
          <p:cNvSpPr>
            <a:spLocks noGrp="1" noRot="1" noChangeAspect="1"/>
          </p:cNvSpPr>
          <p:nvPr>
            <p:ph type="sldImg" idx="2"/>
          </p:nvPr>
        </p:nvSpPr>
        <p:spPr>
          <a:xfrm>
            <a:off x="901700" y="739775"/>
            <a:ext cx="4932363" cy="3700463"/>
          </a:xfrm>
          <a:prstGeom prst="rect">
            <a:avLst/>
          </a:prstGeom>
          <a:noFill/>
          <a:ln w="12700">
            <a:solidFill>
              <a:prstClr val="black"/>
            </a:solidFill>
          </a:ln>
        </p:spPr>
        <p:txBody>
          <a:bodyPr vert="horz" lIns="90750" tIns="45376" rIns="90750" bIns="45376" rtlCol="0" anchor="ctr"/>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5" name="Notes Placeholder 4"/>
          <p:cNvSpPr>
            <a:spLocks noGrp="1"/>
          </p:cNvSpPr>
          <p:nvPr>
            <p:ph type="body" sz="quarter" idx="3"/>
          </p:nvPr>
        </p:nvSpPr>
        <p:spPr>
          <a:xfrm>
            <a:off x="673100" y="4686300"/>
            <a:ext cx="5389563" cy="4440238"/>
          </a:xfrm>
          <a:prstGeom prst="rect">
            <a:avLst/>
          </a:prstGeom>
        </p:spPr>
        <p:txBody>
          <a:bodyPr vert="horz" lIns="90750" tIns="45376" rIns="90750" bIns="45376" rtlCol="0"/>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mn-lt"/>
                <a:ea typeface="+mn-ea"/>
                <a:cs typeface="+mn-cs"/>
              </a:rPr>
              <a:t>Click to edit Master text styles</a:t>
            </a:r>
            <a:endParaRPr kumimoji="0" lang="en-US" sz="1200" b="0" i="0" u="none" strike="noStrike" kern="1200" cap="none" spc="0" normalizeH="0" baseline="0" noProof="0">
              <a:ln>
                <a:noFill/>
              </a:ln>
              <a:solidFill>
                <a:schemeClr val="tx1"/>
              </a:solidFill>
              <a:effectLst/>
              <a:uLnTx/>
              <a:uFillTx/>
              <a:latin typeface="+mn-lt"/>
              <a:ea typeface="+mn-ea"/>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mn-lt"/>
                <a:ea typeface="+mn-ea"/>
                <a:cs typeface="+mn-cs"/>
              </a:rPr>
              <a:t>Second level</a:t>
            </a:r>
            <a:endParaRPr kumimoji="0" lang="en-US" sz="1200" b="0" i="0" u="none" strike="noStrike" kern="1200" cap="none" spc="0" normalizeH="0" baseline="0" noProof="0">
              <a:ln>
                <a:noFill/>
              </a:ln>
              <a:solidFill>
                <a:schemeClr val="tx1"/>
              </a:solidFill>
              <a:effectLst/>
              <a:uLnTx/>
              <a:uFillTx/>
              <a:latin typeface="+mn-lt"/>
              <a:ea typeface="+mn-ea"/>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mn-lt"/>
                <a:ea typeface="+mn-ea"/>
                <a:cs typeface="+mn-cs"/>
              </a:rPr>
              <a:t>Third level</a:t>
            </a:r>
            <a:endParaRPr kumimoji="0" lang="en-US" sz="1200" b="0" i="0" u="none" strike="noStrike" kern="1200" cap="none" spc="0" normalizeH="0" baseline="0" noProof="0">
              <a:ln>
                <a:noFill/>
              </a:ln>
              <a:solidFill>
                <a:schemeClr val="tx1"/>
              </a:solidFill>
              <a:effectLst/>
              <a:uLnTx/>
              <a:uFillTx/>
              <a:latin typeface="+mn-lt"/>
              <a:ea typeface="+mn-ea"/>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mn-lt"/>
                <a:ea typeface="+mn-ea"/>
                <a:cs typeface="+mn-cs"/>
              </a:rPr>
              <a:t>Fourth level</a:t>
            </a:r>
            <a:endParaRPr kumimoji="0" lang="en-US" sz="1200" b="0" i="0" u="none" strike="noStrike" kern="1200" cap="none" spc="0" normalizeH="0" baseline="0" noProof="0">
              <a:ln>
                <a:noFill/>
              </a:ln>
              <a:solidFill>
                <a:schemeClr val="tx1"/>
              </a:solidFill>
              <a:effectLst/>
              <a:uLnTx/>
              <a:uFillTx/>
              <a:latin typeface="+mn-lt"/>
              <a:ea typeface="+mn-ea"/>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mn-lt"/>
                <a:ea typeface="+mn-ea"/>
                <a:cs typeface="+mn-cs"/>
              </a:rPr>
              <a:t>Fifth level</a:t>
            </a:r>
            <a:endParaRPr kumimoji="0" 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6" name="Footer Placeholder 5"/>
          <p:cNvSpPr>
            <a:spLocks noGrp="1"/>
          </p:cNvSpPr>
          <p:nvPr>
            <p:ph type="ftr" sz="quarter" idx="4"/>
          </p:nvPr>
        </p:nvSpPr>
        <p:spPr>
          <a:xfrm>
            <a:off x="0" y="9371013"/>
            <a:ext cx="2919413" cy="493713"/>
          </a:xfrm>
          <a:prstGeom prst="rect">
            <a:avLst/>
          </a:prstGeom>
        </p:spPr>
        <p:txBody>
          <a:bodyPr vert="horz" wrap="square" lIns="90750" tIns="45376" rIns="90750" bIns="45376" numCol="1" anchor="b" anchorCtr="0" compatLnSpc="1"/>
          <a:lstStyle>
            <a:lvl1pPr eaLnBrk="1" hangingPunct="1">
              <a:defRPr sz="1200">
                <a:cs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en-US" sz="1200" b="0" i="0" u="none" strike="noStrike" kern="1200" cap="none" spc="0" normalizeH="0" baseline="0" noProof="0">
              <a:ln>
                <a:noFill/>
              </a:ln>
              <a:solidFill>
                <a:schemeClr val="tx1"/>
              </a:solidFill>
              <a:effectLst/>
              <a:uLnTx/>
              <a:uFillTx/>
              <a:latin typeface="Calibri" panose="020F0502020204030204" pitchFamily="34" charset="0"/>
              <a:ea typeface="+mn-ea"/>
              <a:cs typeface="Arial" panose="020B0604020202020204" pitchFamily="34" charset="0"/>
            </a:endParaRPr>
          </a:p>
        </p:txBody>
      </p:sp>
      <p:sp>
        <p:nvSpPr>
          <p:cNvPr id="7" name="Slide Number Placeholder 6"/>
          <p:cNvSpPr>
            <a:spLocks noGrp="1"/>
          </p:cNvSpPr>
          <p:nvPr>
            <p:ph type="sldNum" sz="quarter" idx="5"/>
          </p:nvPr>
        </p:nvSpPr>
        <p:spPr>
          <a:xfrm>
            <a:off x="3814763" y="9371013"/>
            <a:ext cx="2919413" cy="493713"/>
          </a:xfrm>
          <a:prstGeom prst="rect">
            <a:avLst/>
          </a:prstGeom>
        </p:spPr>
        <p:txBody>
          <a:bodyPr vert="horz" wrap="square" lIns="90750" tIns="45376" rIns="90750" bIns="45376" numCol="1" anchor="b" anchorCtr="0" compatLnSpc="1"/>
          <a:p>
            <a:pPr lvl="0" algn="r" eaLnBrk="1" hangingPunct="1">
              <a:buNone/>
            </a:pPr>
            <a:fld id="{9A0DB2DC-4C9A-4742-B13C-FB6460FD3503}" type="slidenum">
              <a:rPr lang="en-US" altLang="en-US" sz="1200" dirty="0"/>
            </a:fld>
            <a:endParaRPr lang="en-US" altLang="en-US" sz="1200" dirty="0"/>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146" name="Slide Image Placeholder 1"/>
          <p:cNvSpPr>
            <a:spLocks noGrp="1" noRot="1" noChangeAspect="1" noTextEdit="1"/>
          </p:cNvSpPr>
          <p:nvPr>
            <p:ph type="sldImg"/>
          </p:nvPr>
        </p:nvSpPr>
        <p:spPr>
          <a:ln>
            <a:solidFill>
              <a:srgbClr val="000000">
                <a:alpha val="100000"/>
              </a:srgbClr>
            </a:solidFill>
            <a:miter lim="800000"/>
          </a:ln>
        </p:spPr>
      </p:sp>
      <p:sp>
        <p:nvSpPr>
          <p:cNvPr id="6147" name="Notes Placeholder 2"/>
          <p:cNvSpPr>
            <a:spLocks noGrp="1"/>
          </p:cNvSpPr>
          <p:nvPr>
            <p:ph type="body" idx="1"/>
          </p:nvPr>
        </p:nvSpPr>
        <p:spPr>
          <a:noFill/>
          <a:ln>
            <a:noFill/>
          </a:ln>
        </p:spPr>
        <p:txBody>
          <a:bodyPr wrap="square" lIns="90750" tIns="45376" rIns="90750" bIns="45376" anchor="t" anchorCtr="0"/>
          <a:p>
            <a:pPr lvl="0"/>
            <a:r>
              <a:rPr lang="en-US" altLang="en-US" dirty="0"/>
              <a:t>Thanks for attention</a:t>
            </a:r>
            <a:endParaRPr lang="en-GB" altLang="en-US" dirty="0"/>
          </a:p>
        </p:txBody>
      </p:sp>
      <p:sp>
        <p:nvSpPr>
          <p:cNvPr id="6148" name="Slide Number Placeholder 3"/>
          <p:cNvSpPr txBox="1">
            <a:spLocks noGrp="1"/>
          </p:cNvSpPr>
          <p:nvPr>
            <p:ph type="sldNum" sz="quarter"/>
          </p:nvPr>
        </p:nvSpPr>
        <p:spPr>
          <a:xfrm>
            <a:off x="3814763" y="9371013"/>
            <a:ext cx="2919412" cy="493712"/>
          </a:xfrm>
          <a:prstGeom prst="rect">
            <a:avLst/>
          </a:prstGeom>
          <a:noFill/>
          <a:ln w="9525">
            <a:noFill/>
          </a:ln>
        </p:spPr>
        <p:txBody>
          <a:bodyPr lIns="90750" tIns="45376" rIns="90750" bIns="45376" anchor="b" anchorCtr="0"/>
          <a:p>
            <a:pPr lvl="0" algn="r" eaLnBrk="1" hangingPunct="1"/>
            <a:fld id="{9A0DB2DC-4C9A-4742-B13C-FB6460FD3503}" type="slidenum">
              <a:rPr lang="en-US" altLang="en-US" sz="1200" dirty="0"/>
            </a:fld>
            <a:endParaRPr lang="en-US" altLang="en-US" sz="1200"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lvl1pPr>
              <a:defRPr>
                <a:solidFill>
                  <a:srgbClr val="002060"/>
                </a:solidFill>
              </a:defRPr>
            </a:lvl1pPr>
          </a:lstStyle>
          <a:p>
            <a:r>
              <a:rPr lang="en-US"/>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a:p>
        </p:txBody>
      </p:sp>
      <p:sp>
        <p:nvSpPr>
          <p:cNvPr id="4" name="Date Placeholder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F246A3A4-7049-4157-BA12-5919DF9092E3}" type="datetime1">
              <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
        <p:nvSpPr>
          <p:cNvPr id="6" name="Slide Number Placeholder 5"/>
          <p:cNvSpPr>
            <a:spLocks noGrp="1"/>
          </p:cNvSpPr>
          <p:nvPr>
            <p:ph type="sldNum" sz="quarter" idx="12"/>
          </p:nvPr>
        </p:nvSpPr>
        <p:spPr/>
        <p:txBody>
          <a:bodyPr/>
          <a:p>
            <a:pPr lvl="0" eaLnBrk="1" hangingPunct="1">
              <a:buNone/>
            </a:pPr>
            <a:fld id="{9A0DB2DC-4C9A-4742-B13C-FB6460FD3503}" type="slidenum">
              <a:rPr lang="en-US" altLang="en-US" dirty="0"/>
            </a:fld>
            <a:endParaRPr lang="en-US" altLang="en-US" dirty="0">
              <a:latin typeface="Calibri" panose="020F0502020204030204" pitchFamily="34"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7467600" cy="990600"/>
          </a:xfrm>
        </p:spPr>
        <p:txBody>
          <a:bodyPr/>
          <a:lstStyle>
            <a:lvl1pPr algn="l">
              <a:defRPr sz="3000">
                <a:solidFill>
                  <a:srgbClr val="FFFF00"/>
                </a:solidFill>
                <a:latin typeface="Arial" panose="020B0604020202020204" pitchFamily="34" charset="0"/>
                <a:cs typeface="Arial" panose="020B0604020202020204" pitchFamily="34" charset="0"/>
              </a:defRPr>
            </a:lvl1pPr>
          </a:lstStyle>
          <a:p>
            <a:r>
              <a:rPr lang="en-US" dirty="0"/>
              <a:t>Click to edit Master title style</a:t>
            </a:r>
            <a:endParaRPr lang="en-US" dirty="0"/>
          </a:p>
        </p:txBody>
      </p:sp>
      <p:sp>
        <p:nvSpPr>
          <p:cNvPr id="3" name="Content Placeholder 2"/>
          <p:cNvSpPr>
            <a:spLocks noGrp="1"/>
          </p:cNvSpPr>
          <p:nvPr>
            <p:ph idx="1"/>
          </p:nvPr>
        </p:nvSpPr>
        <p:spPr>
          <a:xfrm>
            <a:off x="457200" y="1323105"/>
            <a:ext cx="8229600" cy="4678363"/>
          </a:xfrm>
        </p:spPr>
        <p:txBody>
          <a:bodyPr/>
          <a:lstStyle>
            <a:lvl1pPr marL="342900" indent="-342900">
              <a:buFont typeface="Wingdings" panose="05000000000000000000" pitchFamily="2" charset="2"/>
              <a:buChar char="q"/>
              <a:defRPr sz="2600" b="1">
                <a:solidFill>
                  <a:schemeClr val="tx1">
                    <a:lumMod val="95000"/>
                    <a:lumOff val="5000"/>
                  </a:schemeClr>
                </a:solidFill>
                <a:latin typeface="Arial" panose="020B0604020202020204" pitchFamily="34" charset="0"/>
                <a:cs typeface="Arial" panose="020B0604020202020204" pitchFamily="34" charset="0"/>
              </a:defRPr>
            </a:lvl1pPr>
            <a:lvl2pPr>
              <a:defRPr sz="2400">
                <a:solidFill>
                  <a:schemeClr val="tx1"/>
                </a:solidFill>
              </a:defRPr>
            </a:lvl2pPr>
            <a:lvl3pPr>
              <a:defRPr sz="2400">
                <a:solidFill>
                  <a:schemeClr val="tx1"/>
                </a:solidFill>
              </a:defRPr>
            </a:lvl3pPr>
            <a:lvl4pPr>
              <a:defRPr sz="2400">
                <a:solidFill>
                  <a:schemeClr val="tx1"/>
                </a:solidFill>
              </a:defRPr>
            </a:lvl4pPr>
            <a:lvl5pPr>
              <a:defRPr sz="2000">
                <a:solidFill>
                  <a:schemeClr val="tx1"/>
                </a:solidFill>
              </a:defRPr>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Date Placeholder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F246A3A4-7049-4157-BA12-5919DF9092E3}" type="datetime1">
              <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
        <p:nvSpPr>
          <p:cNvPr id="6" name="Slide Number Placeholder 5"/>
          <p:cNvSpPr>
            <a:spLocks noGrp="1"/>
          </p:cNvSpPr>
          <p:nvPr>
            <p:ph type="sldNum" sz="quarter" idx="12"/>
          </p:nvPr>
        </p:nvSpPr>
        <p:spPr/>
        <p:txBody>
          <a:bodyPr/>
          <a:p>
            <a:pPr lvl="0" eaLnBrk="1" hangingPunct="1">
              <a:buNone/>
            </a:pPr>
            <a:fld id="{9A0DB2DC-4C9A-4742-B13C-FB6460FD3503}" type="slidenum">
              <a:rPr lang="en-US" altLang="en-US" dirty="0"/>
            </a:fld>
            <a:endParaRPr lang="en-US" altLang="en-US" dirty="0">
              <a:latin typeface="Calibri" panose="020F050202020403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blipFill rotWithShape="0">
          <a:blip r:embed="rId2"/>
          <a:stretch>
            <a:fillRect/>
          </a:stretch>
        </a:blipFill>
        <a:effectLst/>
      </p:bgPr>
    </p:bg>
    <p:spTree>
      <p:nvGrpSpPr>
        <p:cNvPr id="1" name=""/>
        <p:cNvGrpSpPr/>
        <p:nvPr/>
      </p:nvGrpSpPr>
      <p:grpSpPr>
        <a:xfrm>
          <a:off x="0" y="0"/>
          <a:ext cx="0" cy="0"/>
          <a:chOff x="0" y="0"/>
          <a:chExt cx="0" cy="0"/>
        </a:xfrm>
      </p:grpSpPr>
      <p:pic>
        <p:nvPicPr>
          <p:cNvPr id="2050" name="Picture 5"/>
          <p:cNvPicPr>
            <a:picLocks noChangeAspect="1"/>
          </p:cNvPicPr>
          <p:nvPr userDrawn="1"/>
        </p:nvPicPr>
        <p:blipFill>
          <a:blip r:embed="rId3"/>
          <a:srcRect t="8081" b="8862"/>
          <a:stretch>
            <a:fillRect/>
          </a:stretch>
        </p:blipFill>
        <p:spPr>
          <a:xfrm>
            <a:off x="0" y="1131888"/>
            <a:ext cx="9144000" cy="5370512"/>
          </a:xfrm>
          <a:prstGeom prst="rect">
            <a:avLst/>
          </a:prstGeom>
          <a:noFill/>
          <a:ln w="9525">
            <a:noFill/>
          </a:ln>
        </p:spPr>
      </p:pic>
      <p:sp>
        <p:nvSpPr>
          <p:cNvPr id="2" name="Title 1"/>
          <p:cNvSpPr>
            <a:spLocks noGrp="1"/>
          </p:cNvSpPr>
          <p:nvPr>
            <p:ph type="title"/>
          </p:nvPr>
        </p:nvSpPr>
        <p:spPr>
          <a:xfrm>
            <a:off x="0" y="2057400"/>
            <a:ext cx="9144000" cy="2057400"/>
          </a:xfrm>
        </p:spPr>
        <p:txBody>
          <a:bodyPr anchor="t"/>
          <a:lstStyle>
            <a:lvl1pPr algn="ctr">
              <a:defRPr sz="4000" b="1" cap="all">
                <a:solidFill>
                  <a:srgbClr val="FF0000"/>
                </a:solidFill>
                <a:latin typeface="Arial" panose="020B0604020202020204" pitchFamily="34" charset="0"/>
                <a:cs typeface="Arial" panose="020B0604020202020204" pitchFamily="34" charset="0"/>
              </a:defRPr>
            </a:lvl1pPr>
          </a:lstStyle>
          <a:p>
            <a:r>
              <a:rPr lang="en-US" dirty="0"/>
              <a:t>Click to edit Master title style</a:t>
            </a:r>
            <a:endParaRPr lang="en-US" dirty="0"/>
          </a:p>
        </p:txBody>
      </p:sp>
      <p:sp>
        <p:nvSpPr>
          <p:cNvPr id="3" name="Text Placeholder 2"/>
          <p:cNvSpPr>
            <a:spLocks noGrp="1"/>
          </p:cNvSpPr>
          <p:nvPr>
            <p:ph type="body" idx="1"/>
          </p:nvPr>
        </p:nvSpPr>
        <p:spPr>
          <a:xfrm>
            <a:off x="457200" y="76200"/>
            <a:ext cx="7239000" cy="990600"/>
          </a:xfrm>
        </p:spPr>
        <p:txBody>
          <a:bodyPr anchor="ctr"/>
          <a:lstStyle>
            <a:lvl1pPr marL="0" indent="0">
              <a:buNone/>
              <a:defRPr sz="3000">
                <a:solidFill>
                  <a:srgbClr val="FFFF00"/>
                </a:solidFill>
                <a:latin typeface="Arial" panose="020B0604020202020204" pitchFamily="34" charset="0"/>
                <a:cs typeface="Arial" panose="020B06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endParaRPr 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E6DB5829-8760-42D3-BA5D-B359BC75CE0A}" type="datetime1">
              <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
        <p:nvSpPr>
          <p:cNvPr id="7" name="Footer Placeholder 4"/>
          <p:cNvSpPr>
            <a:spLocks noGrp="1"/>
          </p:cNvSpPr>
          <p:nvPr>
            <p:ph type="ftr" sz="quarter" idx="3"/>
          </p:nvPr>
        </p:nvSpPr>
        <p:spPr>
          <a:xfrm>
            <a:off x="3124200" y="6356350"/>
            <a:ext cx="2895600" cy="365125"/>
          </a:xfrm>
          <a:prstGeom prst="rect">
            <a:avLst/>
          </a:prstGeom>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
        <p:nvSpPr>
          <p:cNvPr id="8"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
            <a:pPr algn="r" eaLnBrk="1" hangingPunct="1">
              <a:buNone/>
            </a:pPr>
            <a:fld id="{9A0DB2DC-4C9A-4742-B13C-FB6460FD3503}" type="slidenum">
              <a:rPr lang="en-US" altLang="en-US" dirty="0">
                <a:latin typeface="Arial" panose="020B0604020202020204" pitchFamily="34" charset="0"/>
              </a:rPr>
            </a:fld>
            <a:endParaRPr lang="en-US" altLang="en-US" dirty="0">
              <a:latin typeface="Arial" panose="020B0604020202020204" pitchFamily="34"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600">
                <a:solidFill>
                  <a:schemeClr val="tx1"/>
                </a:solidFill>
              </a:defRPr>
            </a:lvl1pPr>
            <a:lvl2pPr>
              <a:defRPr sz="2400">
                <a:solidFill>
                  <a:schemeClr val="tx1"/>
                </a:solidFill>
              </a:defRPr>
            </a:lvl2pPr>
            <a:lvl3pPr>
              <a:defRPr sz="2000">
                <a:solidFill>
                  <a:schemeClr val="tx1"/>
                </a:solidFill>
              </a:defRPr>
            </a:lvl3pPr>
            <a:lvl4pPr>
              <a:defRPr sz="1800">
                <a:solidFill>
                  <a:schemeClr val="tx1"/>
                </a:solidFill>
              </a:defRPr>
            </a:lvl4pPr>
            <a:lvl5pPr>
              <a:defRPr sz="1800">
                <a:solidFill>
                  <a:schemeClr val="tx1"/>
                </a:solidFill>
              </a:defRPr>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600">
                <a:solidFill>
                  <a:schemeClr val="tx1"/>
                </a:solidFill>
              </a:defRPr>
            </a:lvl1pPr>
            <a:lvl2pPr>
              <a:defRPr sz="2400">
                <a:solidFill>
                  <a:schemeClr val="tx1"/>
                </a:solidFill>
              </a:defRPr>
            </a:lvl2pPr>
            <a:lvl3pPr>
              <a:defRPr sz="2000">
                <a:solidFill>
                  <a:schemeClr val="tx1"/>
                </a:solidFill>
              </a:defRPr>
            </a:lvl3pPr>
            <a:lvl4pPr>
              <a:defRPr sz="1800">
                <a:solidFill>
                  <a:schemeClr val="tx1"/>
                </a:solidFill>
              </a:defRPr>
            </a:lvl4pPr>
            <a:lvl5pPr>
              <a:defRPr sz="1800">
                <a:solidFill>
                  <a:schemeClr val="tx1"/>
                </a:solidFill>
              </a:defRPr>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F246A3A4-7049-4157-BA12-5919DF9092E3}" type="datetime1">
              <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
        <p:nvSpPr>
          <p:cNvPr id="6" name="Footer Placeholder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
        <p:nvSpPr>
          <p:cNvPr id="7" name="Slide Number Placeholder 6"/>
          <p:cNvSpPr>
            <a:spLocks noGrp="1"/>
          </p:cNvSpPr>
          <p:nvPr>
            <p:ph type="sldNum" sz="quarter" idx="12"/>
          </p:nvPr>
        </p:nvSpPr>
        <p:spPr/>
        <p:txBody>
          <a:bodyPr/>
          <a:p>
            <a:pPr lvl="0" eaLnBrk="1" hangingPunct="1">
              <a:buNone/>
            </a:pPr>
            <a:fld id="{9A0DB2DC-4C9A-4742-B13C-FB6460FD3503}" type="slidenum">
              <a:rPr lang="en-US" altLang="en-US" dirty="0"/>
            </a:fld>
            <a:endParaRPr lang="en-US" altLang="en-US" dirty="0">
              <a:latin typeface="Calibri" panose="020F0502020204030204"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F246A3A4-7049-4157-BA12-5919DF9092E3}" type="datetime1">
              <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
        <p:nvSpPr>
          <p:cNvPr id="8" name="Footer Placeholder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
        <p:nvSpPr>
          <p:cNvPr id="9" name="Slide Number Placeholder 8"/>
          <p:cNvSpPr>
            <a:spLocks noGrp="1"/>
          </p:cNvSpPr>
          <p:nvPr>
            <p:ph type="sldNum" sz="quarter" idx="12"/>
          </p:nvPr>
        </p:nvSpPr>
        <p:spPr/>
        <p:txBody>
          <a:bodyPr/>
          <a:p>
            <a:pPr lvl="0" eaLnBrk="1" hangingPunct="1">
              <a:buNone/>
            </a:pPr>
            <a:fld id="{9A0DB2DC-4C9A-4742-B13C-FB6460FD3503}" type="slidenum">
              <a:rPr lang="en-US" altLang="en-US" dirty="0"/>
            </a:fld>
            <a:endParaRPr lang="en-US" altLang="en-US" dirty="0">
              <a:latin typeface="Calibri" panose="020F0502020204030204" pitchFamily="34"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F246A3A4-7049-4157-BA12-5919DF9092E3}" type="datetime1">
              <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
        <p:nvSpPr>
          <p:cNvPr id="4" name="Footer Placeholder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
        <p:nvSpPr>
          <p:cNvPr id="5" name="Slide Number Placeholder 4"/>
          <p:cNvSpPr>
            <a:spLocks noGrp="1"/>
          </p:cNvSpPr>
          <p:nvPr>
            <p:ph type="sldNum" sz="quarter" idx="12"/>
          </p:nvPr>
        </p:nvSpPr>
        <p:spPr/>
        <p:txBody>
          <a:bodyPr/>
          <a:p>
            <a:pPr lvl="0" eaLnBrk="1" hangingPunct="1">
              <a:buNone/>
            </a:pPr>
            <a:fld id="{9A0DB2DC-4C9A-4742-B13C-FB6460FD3503}" type="slidenum">
              <a:rPr lang="en-US" altLang="en-US" dirty="0"/>
            </a:fld>
            <a:endParaRPr lang="en-US" altLang="en-US" dirty="0">
              <a:latin typeface="Calibri" panose="020F0502020204030204"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F246A3A4-7049-4157-BA12-5919DF9092E3}" type="datetime1">
              <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
        <p:nvSpPr>
          <p:cNvPr id="3" name="Footer Placeholder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
        <p:nvSpPr>
          <p:cNvPr id="4" name="Slide Number Placeholder 3"/>
          <p:cNvSpPr>
            <a:spLocks noGrp="1"/>
          </p:cNvSpPr>
          <p:nvPr>
            <p:ph type="sldNum" sz="quarter" idx="12"/>
          </p:nvPr>
        </p:nvSpPr>
        <p:spPr/>
        <p:txBody>
          <a:bodyPr/>
          <a:p>
            <a:pPr lvl="0" eaLnBrk="1" hangingPunct="1">
              <a:buNone/>
            </a:pPr>
            <a:fld id="{9A0DB2DC-4C9A-4742-B13C-FB6460FD3503}" type="slidenum">
              <a:rPr lang="en-US" altLang="en-US" dirty="0"/>
            </a:fld>
            <a:endParaRPr lang="en-US" altLang="en-US" dirty="0">
              <a:latin typeface="Calibri" panose="020F0502020204030204" pitchFamily="34"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F246A3A4-7049-4157-BA12-5919DF9092E3}" type="datetime1">
              <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
        <p:nvSpPr>
          <p:cNvPr id="6" name="Footer Placeholder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
        <p:nvSpPr>
          <p:cNvPr id="7" name="Slide Number Placeholder 6"/>
          <p:cNvSpPr>
            <a:spLocks noGrp="1"/>
          </p:cNvSpPr>
          <p:nvPr>
            <p:ph type="sldNum" sz="quarter" idx="12"/>
          </p:nvPr>
        </p:nvSpPr>
        <p:spPr/>
        <p:txBody>
          <a:bodyPr/>
          <a:p>
            <a:pPr lvl="0" eaLnBrk="1" hangingPunct="1">
              <a:buNone/>
            </a:pPr>
            <a:fld id="{9A0DB2DC-4C9A-4742-B13C-FB6460FD3503}" type="slidenum">
              <a:rPr lang="en-US" altLang="en-US" dirty="0"/>
            </a:fld>
            <a:endParaRPr lang="en-US" altLang="en-US" dirty="0">
              <a:latin typeface="Calibri" panose="020F0502020204030204" pitchFamily="34"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vert="horz" wrap="square" lIns="91440" tIns="45720" rIns="91440" bIns="45720" numCol="1" rtlCol="0" anchor="t" anchorCtr="0" compatLnSpc="1">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ts val="100"/>
              </a:spcBef>
              <a:spcAft>
                <a:spcPts val="200"/>
              </a:spcAft>
              <a:buClrTx/>
              <a:buSzTx/>
              <a:buFont typeface="Arial" panose="020B0604020202020204" pitchFamily="34" charset="0"/>
              <a:buNone/>
              <a:defRPr/>
            </a:pPr>
            <a:endParaRPr kumimoji="0" lang="en-US" sz="3200" b="1" i="0" u="none" strike="noStrike" kern="1200" cap="none" spc="0" normalizeH="0" baseline="0" noProof="0">
              <a:ln>
                <a:noFill/>
              </a:ln>
              <a:solidFill>
                <a:srgbClr val="002060"/>
              </a:solidFill>
              <a:effectLst/>
              <a:uLnTx/>
              <a:uFillTx/>
              <a:latin typeface="Arial" panose="020B0604020202020204" pitchFamily="34" charset="0"/>
              <a:ea typeface="Arial" panose="020B0604020202020204" pitchFamily="34" charset="0"/>
              <a:cs typeface="Arial" panose="020B0604020202020204" pitchFamily="34" charset="0"/>
            </a:endParaRP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F246A3A4-7049-4157-BA12-5919DF9092E3}" type="datetime1">
              <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
        <p:nvSpPr>
          <p:cNvPr id="6" name="Footer Placeholder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
        <p:nvSpPr>
          <p:cNvPr id="7" name="Slide Number Placeholder 6"/>
          <p:cNvSpPr>
            <a:spLocks noGrp="1"/>
          </p:cNvSpPr>
          <p:nvPr>
            <p:ph type="sldNum" sz="quarter" idx="12"/>
          </p:nvPr>
        </p:nvSpPr>
        <p:spPr/>
        <p:txBody>
          <a:bodyPr/>
          <a:p>
            <a:pPr lvl="0" eaLnBrk="1" hangingPunct="1">
              <a:buNone/>
            </a:pPr>
            <a:fld id="{9A0DB2DC-4C9A-4742-B13C-FB6460FD3503}" type="slidenum">
              <a:rPr lang="en-US" altLang="en-US" dirty="0"/>
            </a:fld>
            <a:endParaRPr lang="en-US" altLang="en-US" dirty="0">
              <a:latin typeface="Calibri" panose="020F0502020204030204" pitchFamily="34"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F246A3A4-7049-4157-BA12-5919DF9092E3}" type="datetime1">
              <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
        <p:nvSpPr>
          <p:cNvPr id="6" name="Slide Number Placeholder 5"/>
          <p:cNvSpPr>
            <a:spLocks noGrp="1"/>
          </p:cNvSpPr>
          <p:nvPr>
            <p:ph type="sldNum" sz="quarter" idx="12"/>
          </p:nvPr>
        </p:nvSpPr>
        <p:spPr/>
        <p:txBody>
          <a:bodyPr/>
          <a:p>
            <a:pPr lvl="0" eaLnBrk="1" hangingPunct="1">
              <a:buNone/>
            </a:pPr>
            <a:fld id="{9A0DB2DC-4C9A-4742-B13C-FB6460FD3503}" type="slidenum">
              <a:rPr lang="en-US" altLang="en-US" dirty="0"/>
            </a:fld>
            <a:endParaRPr lang="en-US" altLang="en-US" dirty="0">
              <a:latin typeface="Calibri" panose="020F0502020204030204" pitchFamily="34"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F246A3A4-7049-4157-BA12-5919DF9092E3}" type="datetime1">
              <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
        <p:nvSpPr>
          <p:cNvPr id="6" name="Slide Number Placeholder 5"/>
          <p:cNvSpPr>
            <a:spLocks noGrp="1"/>
          </p:cNvSpPr>
          <p:nvPr>
            <p:ph type="sldNum" sz="quarter" idx="12"/>
          </p:nvPr>
        </p:nvSpPr>
        <p:spPr/>
        <p:txBody>
          <a:bodyPr/>
          <a:p>
            <a:pPr lvl="0" eaLnBrk="1" hangingPunct="1">
              <a:buNone/>
            </a:pPr>
            <a:fld id="{9A0DB2DC-4C9A-4742-B13C-FB6460FD3503}" type="slidenum">
              <a:rPr lang="en-US" altLang="en-US" dirty="0"/>
            </a:fld>
            <a:endParaRPr lang="en-US" altLang="en-US" dirty="0">
              <a:latin typeface="Calibri" panose="020F0502020204030204" pitchFamily="34"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12"/>
          <a:stretch>
            <a:fillRect/>
          </a:stretch>
        </a:blipFill>
        <a:effectLst/>
      </p:bgPr>
    </p:bg>
    <p:spTree>
      <p:nvGrpSpPr>
        <p:cNvPr id="1" name=""/>
        <p:cNvGrpSpPr/>
        <p:nvPr/>
      </p:nvGrpSpPr>
      <p:grpSpPr/>
      <p:sp>
        <p:nvSpPr>
          <p:cNvPr id="1026" name="Title Placeholder 1"/>
          <p:cNvSpPr>
            <a:spLocks noGrp="1"/>
          </p:cNvSpPr>
          <p:nvPr>
            <p:ph type="title"/>
          </p:nvPr>
        </p:nvSpPr>
        <p:spPr>
          <a:xfrm>
            <a:off x="457200" y="152400"/>
            <a:ext cx="7467600" cy="914400"/>
          </a:xfrm>
          <a:prstGeom prst="rect">
            <a:avLst/>
          </a:prstGeom>
          <a:noFill/>
          <a:ln w="9525">
            <a:noFill/>
          </a:ln>
        </p:spPr>
        <p:txBody>
          <a:bodyPr anchor="ctr" anchorCtr="0"/>
          <a:p>
            <a:pPr lvl="0"/>
            <a:r>
              <a:rPr lang="en-US" altLang="en-US" dirty="0"/>
              <a:t>Click to edit Master title style</a:t>
            </a:r>
            <a:endParaRPr lang="en-US" altLang="en-US" dirty="0"/>
          </a:p>
        </p:txBody>
      </p:sp>
      <p:sp>
        <p:nvSpPr>
          <p:cNvPr id="1027" name="Text Placeholder 2"/>
          <p:cNvSpPr>
            <a:spLocks noGrp="1"/>
          </p:cNvSpPr>
          <p:nvPr>
            <p:ph type="body" idx="1"/>
          </p:nvPr>
        </p:nvSpPr>
        <p:spPr>
          <a:xfrm>
            <a:off x="457200" y="1371600"/>
            <a:ext cx="8229600" cy="4754563"/>
          </a:xfrm>
          <a:prstGeom prst="rect">
            <a:avLst/>
          </a:prstGeom>
          <a:noFill/>
          <a:ln w="9525">
            <a:noFill/>
          </a:ln>
        </p:spPr>
        <p:txBody>
          <a:bodyPr/>
          <a:p>
            <a:pPr lvl="0"/>
            <a:r>
              <a:rPr lang="en-US" altLang="en-US" dirty="0"/>
              <a:t>Click to edit Master text styles</a:t>
            </a:r>
            <a:endParaRPr lang="en-US" altLang="en-US" dirty="0"/>
          </a:p>
          <a:p>
            <a:pPr lvl="1"/>
            <a:r>
              <a:rPr lang="en-US" altLang="en-US" dirty="0"/>
              <a:t>Second level</a:t>
            </a:r>
            <a:endParaRPr lang="en-US" altLang="en-US" dirty="0"/>
          </a:p>
          <a:p>
            <a:pPr lvl="2"/>
            <a:r>
              <a:rPr lang="en-US" altLang="en-US" dirty="0"/>
              <a:t>Third level</a:t>
            </a:r>
            <a:endParaRPr lang="en-US" altLang="en-US" dirty="0"/>
          </a:p>
          <a:p>
            <a:pPr lvl="3"/>
            <a:r>
              <a:rPr lang="en-US" altLang="en-US" dirty="0"/>
              <a:t>Fourth level</a:t>
            </a:r>
            <a:endParaRPr lang="en-US" altLang="en-US" dirty="0"/>
          </a:p>
          <a:p>
            <a:pPr lvl="4"/>
            <a:r>
              <a:rPr lang="en-US" altLang="en-US" dirty="0"/>
              <a:t>Fifth level</a:t>
            </a:r>
            <a:endParaRPr lang="en-US" alt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wrap="square" lIns="91440" tIns="45720" rIns="91440" bIns="45720" numCol="1" anchor="ctr" anchorCtr="0" compatLnSpc="1"/>
          <a:lstStyle>
            <a:lvl1pPr eaLnBrk="1" hangingPunct="1">
              <a:defRPr sz="1200">
                <a:solidFill>
                  <a:srgbClr val="898989"/>
                </a:solidFill>
                <a:cs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F246A3A4-7049-4157-BA12-5919DF9092E3}" type="datetime1">
              <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wrap="square" lIns="91440" tIns="45720" rIns="91440" bIns="45720" numCol="1" anchor="ctr" anchorCtr="0" compatLnSpc="1"/>
          <a:lstStyle>
            <a:lvl1pPr algn="ctr" eaLnBrk="1" hangingPunct="1">
              <a:defRPr sz="1200">
                <a:solidFill>
                  <a:srgbClr val="898989"/>
                </a:solidFill>
                <a:cs typeface="Arial" panose="020B0604020202020204" pitchFamily="34" charset="0"/>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lstStyle>
            <a:lvl1pPr algn="r">
              <a:defRPr>
                <a:solidFill>
                  <a:srgbClr val="0000FF"/>
                </a:solidFill>
                <a:latin typeface="Arial" panose="020B0604020202020204" pitchFamily="34" charset="0"/>
              </a:defRPr>
            </a:lvl1pPr>
          </a:lstStyle>
          <a:p>
            <a:pPr lvl="0" eaLnBrk="1" hangingPunct="1">
              <a:buNone/>
            </a:pPr>
            <a:fld id="{9A0DB2DC-4C9A-4742-B13C-FB6460FD3503}" type="slidenum">
              <a:rPr lang="en-US" altLang="en-US" dirty="0"/>
            </a:fld>
            <a:endParaRPr lang="en-US" altLang="en-US" dirty="0">
              <a:latin typeface="Calibri" panose="020F050202020403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rtl="0" eaLnBrk="0" fontAlgn="base" hangingPunct="0">
        <a:spcBef>
          <a:spcPct val="0"/>
        </a:spcBef>
        <a:spcAft>
          <a:spcPct val="0"/>
        </a:spcAft>
        <a:defRPr sz="3600" b="1" kern="1200">
          <a:solidFill>
            <a:srgbClr val="FFFF00"/>
          </a:solidFill>
          <a:latin typeface="+mj-lt"/>
          <a:ea typeface="+mj-ea"/>
          <a:cs typeface="+mj-cs"/>
        </a:defRPr>
      </a:lvl1pPr>
      <a:lvl2pPr algn="ctr" rtl="0" eaLnBrk="0" fontAlgn="base" hangingPunct="0">
        <a:spcBef>
          <a:spcPct val="0"/>
        </a:spcBef>
        <a:spcAft>
          <a:spcPct val="0"/>
        </a:spcAft>
        <a:defRPr sz="3600" b="1">
          <a:solidFill>
            <a:srgbClr val="FFFF00"/>
          </a:solidFill>
          <a:latin typeface="Calibri" panose="020F0502020204030204" pitchFamily="34" charset="0"/>
        </a:defRPr>
      </a:lvl2pPr>
      <a:lvl3pPr algn="ctr" rtl="0" eaLnBrk="0" fontAlgn="base" hangingPunct="0">
        <a:spcBef>
          <a:spcPct val="0"/>
        </a:spcBef>
        <a:spcAft>
          <a:spcPct val="0"/>
        </a:spcAft>
        <a:defRPr sz="3600" b="1">
          <a:solidFill>
            <a:srgbClr val="FFFF00"/>
          </a:solidFill>
          <a:latin typeface="Calibri" panose="020F0502020204030204" pitchFamily="34" charset="0"/>
        </a:defRPr>
      </a:lvl3pPr>
      <a:lvl4pPr algn="ctr" rtl="0" eaLnBrk="0" fontAlgn="base" hangingPunct="0">
        <a:spcBef>
          <a:spcPct val="0"/>
        </a:spcBef>
        <a:spcAft>
          <a:spcPct val="0"/>
        </a:spcAft>
        <a:defRPr sz="3600" b="1">
          <a:solidFill>
            <a:srgbClr val="FFFF00"/>
          </a:solidFill>
          <a:latin typeface="Calibri" panose="020F0502020204030204" pitchFamily="34" charset="0"/>
        </a:defRPr>
      </a:lvl4pPr>
      <a:lvl5pPr algn="ctr" rtl="0" eaLnBrk="0" fontAlgn="base" hangingPunct="0">
        <a:spcBef>
          <a:spcPct val="0"/>
        </a:spcBef>
        <a:spcAft>
          <a:spcPct val="0"/>
        </a:spcAft>
        <a:defRPr sz="3600" b="1">
          <a:solidFill>
            <a:srgbClr val="FFFF00"/>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p:titleStyle>
    <p:bodyStyle>
      <a:lvl1pPr marL="342900" indent="-342900" algn="l" rtl="0" eaLnBrk="0" fontAlgn="base" hangingPunct="0">
        <a:spcBef>
          <a:spcPts val="100"/>
        </a:spcBef>
        <a:spcAft>
          <a:spcPts val="200"/>
        </a:spcAft>
        <a:buFont typeface="Arial" panose="020B0604020202020204" pitchFamily="34" charset="0"/>
        <a:buChar char="•"/>
        <a:defRPr sz="2800" b="1" kern="1200">
          <a:solidFill>
            <a:srgbClr val="002060"/>
          </a:solidFill>
          <a:latin typeface="Arial" panose="020B0604020202020204" pitchFamily="34" charset="0"/>
          <a:ea typeface="Arial" panose="020B0604020202020204" pitchFamily="34" charset="0"/>
          <a:cs typeface="Arial" panose="020B0604020202020204" pitchFamily="34" charset="0"/>
        </a:defRPr>
      </a:lvl1pPr>
      <a:lvl2pPr marL="742950" indent="-285750" algn="l" rtl="0" eaLnBrk="0" fontAlgn="base" hangingPunct="0">
        <a:spcBef>
          <a:spcPts val="300"/>
        </a:spcBef>
        <a:spcAft>
          <a:spcPts val="300"/>
        </a:spcAft>
        <a:buFont typeface="Arial" panose="020B0604020202020204" pitchFamily="34" charset="0"/>
        <a:buChar char="–"/>
        <a:defRPr sz="2400" kern="1200">
          <a:solidFill>
            <a:srgbClr val="002060"/>
          </a:solidFill>
          <a:latin typeface="Arial" panose="020B0604020202020204" pitchFamily="34" charset="0"/>
          <a:ea typeface="Arial" panose="020B0604020202020204" pitchFamily="34" charset="0"/>
          <a:cs typeface="Arial" panose="020B0604020202020204" pitchFamily="34" charset="0"/>
        </a:defRPr>
      </a:lvl2pPr>
      <a:lvl3pPr marL="1143000" indent="-228600" algn="l" rtl="0" eaLnBrk="0" fontAlgn="base" hangingPunct="0">
        <a:spcBef>
          <a:spcPts val="300"/>
        </a:spcBef>
        <a:spcAft>
          <a:spcPts val="300"/>
        </a:spcAft>
        <a:buFont typeface="Arial" panose="020B0604020202020204" pitchFamily="34" charset="0"/>
        <a:buChar char="•"/>
        <a:defRPr sz="2000" kern="1200">
          <a:solidFill>
            <a:srgbClr val="002060"/>
          </a:solidFill>
          <a:latin typeface="Arial" panose="020B0604020202020204" pitchFamily="34" charset="0"/>
          <a:ea typeface="Arial" panose="020B0604020202020204" pitchFamily="34" charset="0"/>
          <a:cs typeface="Arial" panose="020B0604020202020204" pitchFamily="34" charset="0"/>
        </a:defRPr>
      </a:lvl3pPr>
      <a:lvl4pPr marL="1600200" indent="-228600" algn="l" rtl="0" eaLnBrk="0" fontAlgn="base" hangingPunct="0">
        <a:spcBef>
          <a:spcPts val="300"/>
        </a:spcBef>
        <a:spcAft>
          <a:spcPts val="300"/>
        </a:spcAft>
        <a:buFont typeface="Arial" panose="020B0604020202020204" pitchFamily="34" charset="0"/>
        <a:buChar char="–"/>
        <a:defRPr sz="2000" kern="1200">
          <a:solidFill>
            <a:srgbClr val="002060"/>
          </a:solidFill>
          <a:latin typeface="Arial" panose="020B0604020202020204" pitchFamily="34" charset="0"/>
          <a:ea typeface="Arial" panose="020B0604020202020204" pitchFamily="34" charset="0"/>
          <a:cs typeface="Arial" panose="020B0604020202020204" pitchFamily="34" charset="0"/>
        </a:defRPr>
      </a:lvl4pPr>
      <a:lvl5pPr marL="2057400" indent="-228600" algn="l" rtl="0" eaLnBrk="0" fontAlgn="base" hangingPunct="0">
        <a:spcBef>
          <a:spcPts val="300"/>
        </a:spcBef>
        <a:spcAft>
          <a:spcPts val="300"/>
        </a:spcAft>
        <a:buFont typeface="Arial" panose="020B0604020202020204" pitchFamily="34" charset="0"/>
        <a:buChar char="»"/>
        <a:defRPr sz="2000" kern="1200">
          <a:solidFill>
            <a:srgbClr val="002060"/>
          </a:solidFill>
          <a:latin typeface="Arial" panose="020B0604020202020204" pitchFamily="34" charset="0"/>
          <a:ea typeface="Arial" panose="020B0604020202020204" pitchFamily="34" charset="0"/>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8.jpeg"/><Relationship Id="rId2" Type="http://schemas.openxmlformats.org/officeDocument/2006/relationships/image" Target="../media/image7.png"/><Relationship Id="rId1"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5.png"/><Relationship Id="rId1" Type="http://schemas.openxmlformats.org/officeDocument/2006/relationships/image" Target="../media/image14.png"/></Relationships>
</file>

<file path=ppt/slides/_rels/slide18.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9.png"/><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image" Target="../media/image16.png"/></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1.jpeg"/><Relationship Id="rId1" Type="http://schemas.openxmlformats.org/officeDocument/2006/relationships/image" Target="../media/image20.jpeg"/></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3.jpeg"/><Relationship Id="rId1" Type="http://schemas.openxmlformats.org/officeDocument/2006/relationships/image" Target="../media/image2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2" name="TextBox 4"/>
          <p:cNvSpPr txBox="1"/>
          <p:nvPr/>
        </p:nvSpPr>
        <p:spPr>
          <a:xfrm>
            <a:off x="-228600" y="2057083"/>
            <a:ext cx="9144000" cy="953135"/>
          </a:xfrm>
          <a:prstGeom prst="rect">
            <a:avLst/>
          </a:prstGeom>
          <a:noFill/>
          <a:ln w="9525">
            <a:noFill/>
          </a:ln>
        </p:spPr>
        <p:txBody>
          <a:bodyPr>
            <a:spAutoFit/>
          </a:bodyPr>
          <a:lstStyle>
            <a:lvl1pPr marL="342900" indent="-342900" algn="l" rtl="0" eaLnBrk="0" fontAlgn="base" hangingPunct="0">
              <a:spcBef>
                <a:spcPts val="100"/>
              </a:spcBef>
              <a:spcAft>
                <a:spcPts val="200"/>
              </a:spcAft>
              <a:buFont typeface="Arial" panose="020B0604020202020204" pitchFamily="34" charset="0"/>
              <a:buChar char="•"/>
              <a:defRPr sz="2800" b="1" kern="1200">
                <a:solidFill>
                  <a:srgbClr val="002060"/>
                </a:solidFill>
                <a:latin typeface="Arial" panose="020B0604020202020204" pitchFamily="34" charset="0"/>
                <a:ea typeface="Arial" panose="020B0604020202020204" pitchFamily="34" charset="0"/>
                <a:cs typeface="Arial" panose="020B0604020202020204" pitchFamily="34" charset="0"/>
              </a:defRPr>
            </a:lvl1pPr>
            <a:lvl2pPr marL="742950" indent="-285750" algn="l" rtl="0" eaLnBrk="0" fontAlgn="base" hangingPunct="0">
              <a:spcBef>
                <a:spcPts val="300"/>
              </a:spcBef>
              <a:spcAft>
                <a:spcPts val="300"/>
              </a:spcAft>
              <a:buFont typeface="Arial" panose="020B0604020202020204" pitchFamily="34" charset="0"/>
              <a:buChar char="–"/>
              <a:defRPr sz="2400" kern="1200">
                <a:solidFill>
                  <a:srgbClr val="002060"/>
                </a:solidFill>
                <a:latin typeface="Arial" panose="020B0604020202020204" pitchFamily="34" charset="0"/>
                <a:ea typeface="Arial" panose="020B0604020202020204" pitchFamily="34" charset="0"/>
                <a:cs typeface="Arial" panose="020B0604020202020204" pitchFamily="34" charset="0"/>
              </a:defRPr>
            </a:lvl2pPr>
            <a:lvl3pPr marL="1143000" indent="-228600" algn="l" rtl="0" eaLnBrk="0" fontAlgn="base" hangingPunct="0">
              <a:spcBef>
                <a:spcPts val="300"/>
              </a:spcBef>
              <a:spcAft>
                <a:spcPts val="300"/>
              </a:spcAft>
              <a:buFont typeface="Arial" panose="020B0604020202020204" pitchFamily="34" charset="0"/>
              <a:buChar char="•"/>
              <a:defRPr sz="2000" kern="1200">
                <a:solidFill>
                  <a:srgbClr val="002060"/>
                </a:solidFill>
                <a:latin typeface="Arial" panose="020B0604020202020204" pitchFamily="34" charset="0"/>
                <a:ea typeface="Arial" panose="020B0604020202020204" pitchFamily="34" charset="0"/>
                <a:cs typeface="Arial" panose="020B0604020202020204" pitchFamily="34" charset="0"/>
              </a:defRPr>
            </a:lvl3pPr>
            <a:lvl4pPr marL="1600200" indent="-228600" algn="l" rtl="0" eaLnBrk="0" fontAlgn="base" hangingPunct="0">
              <a:spcBef>
                <a:spcPts val="300"/>
              </a:spcBef>
              <a:spcAft>
                <a:spcPts val="300"/>
              </a:spcAft>
              <a:buFont typeface="Arial" panose="020B0604020202020204" pitchFamily="34" charset="0"/>
              <a:buChar char="–"/>
              <a:defRPr sz="2000" kern="1200">
                <a:solidFill>
                  <a:srgbClr val="002060"/>
                </a:solidFill>
                <a:latin typeface="Arial" panose="020B0604020202020204" pitchFamily="34" charset="0"/>
                <a:ea typeface="Arial" panose="020B0604020202020204" pitchFamily="34" charset="0"/>
                <a:cs typeface="Arial" panose="020B0604020202020204" pitchFamily="34" charset="0"/>
              </a:defRPr>
            </a:lvl4pPr>
            <a:lvl5pPr marL="2057400" indent="-228600" algn="l" rtl="0" eaLnBrk="0" fontAlgn="base" hangingPunct="0">
              <a:spcBef>
                <a:spcPts val="300"/>
              </a:spcBef>
              <a:spcAft>
                <a:spcPts val="300"/>
              </a:spcAft>
              <a:buFont typeface="Arial" panose="020B0604020202020204" pitchFamily="34" charset="0"/>
              <a:buChar char="»"/>
              <a:defRPr sz="2000" kern="1200">
                <a:solidFill>
                  <a:srgbClr val="002060"/>
                </a:solidFill>
                <a:latin typeface="Arial" panose="020B0604020202020204" pitchFamily="34" charset="0"/>
                <a:ea typeface="Arial" panose="020B0604020202020204" pitchFamily="34" charset="0"/>
                <a:cs typeface="Arial" panose="020B0604020202020204" pitchFamily="34" charset="0"/>
              </a:defRPr>
            </a:lvl5pPr>
          </a:lstStyle>
          <a:p>
            <a:pPr marL="0" lvl="0" indent="0" algn="ctr" eaLnBrk="1" hangingPunct="1">
              <a:spcBef>
                <a:spcPct val="0"/>
              </a:spcBef>
              <a:spcAft>
                <a:spcPct val="0"/>
              </a:spcAft>
              <a:buFontTx/>
              <a:buNone/>
            </a:pPr>
            <a:r>
              <a:rPr lang="vi-VN" altLang="en-US" dirty="0">
                <a:solidFill>
                  <a:schemeClr val="tx1"/>
                </a:solidFill>
                <a:latin typeface="Times New Roman" panose="02020603050405020304" pitchFamily="18" charset="0"/>
                <a:cs typeface="Times New Roman" panose="02020603050405020304" pitchFamily="18" charset="0"/>
                <a:sym typeface="+mn-ea"/>
              </a:rPr>
              <a:t>BÁO CÁO MÔN HỌC </a:t>
            </a:r>
            <a:br>
              <a:rPr lang="vi-VN" altLang="en-US" dirty="0">
                <a:solidFill>
                  <a:schemeClr val="tx1"/>
                </a:solidFill>
                <a:latin typeface="Times New Roman" panose="02020603050405020304" pitchFamily="18" charset="0"/>
                <a:cs typeface="Times New Roman" panose="02020603050405020304" pitchFamily="18" charset="0"/>
                <a:sym typeface="+mn-ea"/>
              </a:rPr>
            </a:br>
            <a:r>
              <a:rPr lang="en-US" altLang="vi-VN" dirty="0">
                <a:solidFill>
                  <a:schemeClr val="tx1"/>
                </a:solidFill>
                <a:latin typeface="Times New Roman" panose="02020603050405020304" pitchFamily="18" charset="0"/>
                <a:cs typeface="Times New Roman" panose="02020603050405020304" pitchFamily="18" charset="0"/>
                <a:sym typeface="+mn-ea"/>
              </a:rPr>
              <a:t>THIẾT KẾ HỆ THỐNG IOT</a:t>
            </a:r>
            <a:endParaRPr lang="en-US" altLang="vi-VN"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5123" name="Title 2"/>
          <p:cNvSpPr>
            <a:spLocks noGrp="1"/>
          </p:cNvSpPr>
          <p:nvPr>
            <p:ph type="ctrTitle"/>
          </p:nvPr>
        </p:nvSpPr>
        <p:spPr>
          <a:xfrm>
            <a:off x="76200" y="2667000"/>
            <a:ext cx="9158605" cy="1470025"/>
          </a:xfrm>
        </p:spPr>
        <p:txBody>
          <a:bodyPr vert="horz" wrap="square" lIns="91440" tIns="45720" rIns="91440" bIns="45720" anchor="ctr" anchorCtr="0"/>
          <a:p>
            <a:pPr>
              <a:buClrTx/>
              <a:buSzTx/>
              <a:buFontTx/>
            </a:pPr>
            <a:r>
              <a:rPr lang="vi-VN" altLang="en-US" sz="2800" dirty="0">
                <a:solidFill>
                  <a:schemeClr val="tx1"/>
                </a:solidFill>
                <a:latin typeface="Times New Roman" panose="02020603050405020304" pitchFamily="18" charset="0"/>
                <a:sym typeface="+mn-ea"/>
              </a:rPr>
              <a:t>ĐỀ TÀI :</a:t>
            </a:r>
            <a:r>
              <a:rPr lang="en-US" altLang="vi-VN" sz="2800" dirty="0">
                <a:solidFill>
                  <a:schemeClr val="tx1"/>
                </a:solidFill>
                <a:latin typeface="Times New Roman" panose="02020603050405020304" pitchFamily="18" charset="0"/>
                <a:sym typeface="+mn-ea"/>
              </a:rPr>
              <a:t> THIẾT KẾ </a:t>
            </a:r>
            <a:r>
              <a:rPr lang="en-US" altLang="en-GB" sz="2800">
                <a:solidFill>
                  <a:schemeClr val="tx1"/>
                </a:solidFill>
                <a:latin typeface="Times New Roman" panose="02020603050405020304" pitchFamily="18" charset="0"/>
                <a:cs typeface="Times New Roman" panose="02020603050405020304" pitchFamily="18" charset="0"/>
                <a:sym typeface="+mn-ea"/>
              </a:rPr>
              <a:t>THIẾT BỊ GIÁM SÁT NHỊP TIM</a:t>
            </a:r>
            <a:r>
              <a:rPr lang="en-US" altLang="en-GB" sz="2800">
                <a:latin typeface="Times New Roman" panose="02020603050405020304" pitchFamily="18" charset="0"/>
                <a:cs typeface="Times New Roman" panose="02020603050405020304" pitchFamily="18" charset="0"/>
                <a:sym typeface="+mn-ea"/>
              </a:rPr>
              <a:t> </a:t>
            </a:r>
            <a:endParaRPr lang="en-US" altLang="en-US" sz="2800" kern="1200" dirty="0">
              <a:solidFill>
                <a:srgbClr val="002060"/>
              </a:solidFill>
              <a:latin typeface="+mj-lt"/>
              <a:ea typeface="+mj-ea"/>
              <a:cs typeface="+mj-cs"/>
            </a:endParaRPr>
          </a:p>
        </p:txBody>
      </p:sp>
      <p:sp>
        <p:nvSpPr>
          <p:cNvPr id="5124" name="Subtitle 7"/>
          <p:cNvSpPr>
            <a:spLocks noGrp="1"/>
          </p:cNvSpPr>
          <p:nvPr>
            <p:ph type="subTitle" idx="1"/>
          </p:nvPr>
        </p:nvSpPr>
        <p:spPr>
          <a:xfrm>
            <a:off x="977900" y="4038600"/>
            <a:ext cx="7010400" cy="1752600"/>
          </a:xfrm>
        </p:spPr>
        <p:txBody>
          <a:bodyPr vert="horz" wrap="square" lIns="91440" tIns="45720" rIns="91440" bIns="45720" anchor="t" anchorCtr="0"/>
          <a:p>
            <a:pPr algn="l">
              <a:buClrTx/>
              <a:buSzTx/>
            </a:pPr>
            <a:r>
              <a:rPr lang="vi-VN" altLang="en-US" sz="2400" kern="1200" dirty="0">
                <a:solidFill>
                  <a:schemeClr val="tx1"/>
                </a:solidFill>
                <a:latin typeface="Times New Roman" panose="02020603050405020304" pitchFamily="18" charset="0"/>
                <a:ea typeface="Arial" panose="020B0604020202020204" pitchFamily="34" charset="0"/>
                <a:cs typeface="Times New Roman" panose="02020603050405020304" pitchFamily="18" charset="0"/>
              </a:rPr>
              <a:t>GV hướng dẫn: </a:t>
            </a:r>
            <a:r>
              <a:rPr lang="en-US" altLang="en-GB" sz="2400" b="0">
                <a:solidFill>
                  <a:schemeClr val="tx1"/>
                </a:solidFill>
                <a:latin typeface="Times New Roman" panose="02020603050405020304" pitchFamily="18" charset="0"/>
                <a:cs typeface="Times New Roman" panose="02020603050405020304" pitchFamily="18" charset="0"/>
                <a:sym typeface="+mn-ea"/>
              </a:rPr>
              <a:t>TS. Lê Tiến Lộc</a:t>
            </a:r>
            <a:endParaRPr lang="vi-VN" altLang="en-US" sz="2400" b="0" kern="1200" dirty="0">
              <a:solidFill>
                <a:schemeClr val="tx1"/>
              </a:solidFill>
              <a:latin typeface="Times New Roman" panose="02020603050405020304" pitchFamily="18" charset="0"/>
              <a:ea typeface="Arial" panose="020B0604020202020204" pitchFamily="34" charset="0"/>
              <a:cs typeface="Times New Roman" panose="02020603050405020304" pitchFamily="18" charset="0"/>
            </a:endParaRPr>
          </a:p>
          <a:p>
            <a:pPr algn="l">
              <a:buClrTx/>
              <a:buSzTx/>
            </a:pPr>
            <a:r>
              <a:rPr lang="en-US" altLang="vi-VN" sz="2400" kern="1200" dirty="0">
                <a:solidFill>
                  <a:schemeClr val="tx1"/>
                </a:solidFill>
                <a:latin typeface="Times New Roman" panose="02020603050405020304" pitchFamily="18" charset="0"/>
                <a:ea typeface="Arial" panose="020B0604020202020204" pitchFamily="34" charset="0"/>
                <a:cs typeface="Times New Roman" panose="02020603050405020304" pitchFamily="18" charset="0"/>
              </a:rPr>
              <a:t>Sinh </a:t>
            </a:r>
            <a:r>
              <a:rPr lang="vi-VN" altLang="en-US" sz="2400" kern="1200" dirty="0">
                <a:solidFill>
                  <a:schemeClr val="tx1"/>
                </a:solidFill>
                <a:latin typeface="Times New Roman" panose="02020603050405020304" pitchFamily="18" charset="0"/>
                <a:ea typeface="Arial" panose="020B0604020202020204" pitchFamily="34" charset="0"/>
                <a:cs typeface="Times New Roman" panose="02020603050405020304" pitchFamily="18" charset="0"/>
              </a:rPr>
              <a:t>viên thực hiện: </a:t>
            </a:r>
            <a:r>
              <a:rPr lang="en-US" altLang="vi-VN" sz="2400" b="0" kern="1200" dirty="0">
                <a:solidFill>
                  <a:schemeClr val="tx1"/>
                </a:solidFill>
                <a:latin typeface="Times New Roman" panose="02020603050405020304" pitchFamily="18" charset="0"/>
                <a:ea typeface="Arial" panose="020B0604020202020204" pitchFamily="34" charset="0"/>
                <a:cs typeface="Times New Roman" panose="02020603050405020304" pitchFamily="18" charset="0"/>
              </a:rPr>
              <a:t>Võ Văn Tuấn - 6251020094</a:t>
            </a:r>
            <a:endParaRPr lang="en-US" altLang="vi-VN" sz="2400" b="0" kern="1200" dirty="0">
              <a:solidFill>
                <a:schemeClr val="tx1"/>
              </a:solidFill>
              <a:latin typeface="Times New Roman" panose="02020603050405020304" pitchFamily="18" charset="0"/>
              <a:ea typeface="Arial" panose="020B0604020202020204" pitchFamily="34" charset="0"/>
              <a:cs typeface="Times New Roman" panose="02020603050405020304" pitchFamily="18" charset="0"/>
            </a:endParaRPr>
          </a:p>
          <a:p>
            <a:pPr marL="1828800" lvl="4" indent="457200" algn="l">
              <a:buClrTx/>
              <a:buSzTx/>
            </a:pPr>
            <a:r>
              <a:rPr lang="en-US" altLang="en-US" sz="2400" kern="1200" dirty="0">
                <a:solidFill>
                  <a:schemeClr val="tx1"/>
                </a:solidFill>
                <a:latin typeface="Times New Roman" panose="02020603050405020304" pitchFamily="18" charset="0"/>
                <a:ea typeface="Times New Roman" panose="02020603050405020304" pitchFamily="18" charset="0"/>
                <a:cs typeface="Arial" panose="020B0604020202020204" pitchFamily="34" charset="0"/>
              </a:rPr>
              <a:t>Ngô Huỳnh Quốc Huy -6251020057</a:t>
            </a:r>
            <a:endParaRPr lang="en-US" altLang="en-US" sz="2400" kern="1200" dirty="0">
              <a:solidFill>
                <a:schemeClr val="tx1"/>
              </a:solidFill>
              <a:latin typeface="Times New Roman" panose="02020603050405020304" pitchFamily="18" charset="0"/>
              <a:ea typeface="Times New Roman" panose="02020603050405020304" pitchFamily="18" charset="0"/>
              <a:cs typeface="Arial" panose="020B0604020202020204" pitchFamily="34" charset="0"/>
            </a:endParaRPr>
          </a:p>
        </p:txBody>
      </p:sp>
      <p:sp>
        <p:nvSpPr>
          <p:cNvPr id="2" name="Text Box 1"/>
          <p:cNvSpPr txBox="1"/>
          <p:nvPr/>
        </p:nvSpPr>
        <p:spPr>
          <a:xfrm>
            <a:off x="0" y="85725"/>
            <a:ext cx="8598535" cy="891540"/>
          </a:xfrm>
          <a:prstGeom prst="rect">
            <a:avLst/>
          </a:prstGeom>
          <a:noFill/>
        </p:spPr>
        <p:txBody>
          <a:bodyPr wrap="square" rtlCol="0">
            <a:spAutoFit/>
          </a:bodyPr>
          <a:p>
            <a:pPr algn="ctr"/>
            <a:r>
              <a:rPr lang="en-US" altLang="en-GB" sz="2600" b="1">
                <a:solidFill>
                  <a:srgbClr val="FFFF00"/>
                </a:solidFill>
                <a:latin typeface="Times New Roman" panose="02020603050405020304" pitchFamily="18" charset="0"/>
                <a:cs typeface="Times New Roman" panose="02020603050405020304" pitchFamily="18" charset="0"/>
              </a:rPr>
              <a:t>ĐẠI HỌC GIAO THÔNG VẬN TẢI PHẬN HIỆU  TPHCM</a:t>
            </a:r>
            <a:endParaRPr lang="en-US" altLang="en-GB" sz="2600" b="1">
              <a:solidFill>
                <a:srgbClr val="FFFF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1447800" y="1600200"/>
            <a:ext cx="5803265" cy="2668270"/>
          </a:xfrm>
        </p:spPr>
        <p:txBody>
          <a:bodyPr/>
          <a:p>
            <a:pPr>
              <a:lnSpc>
                <a:spcPct val="150000"/>
              </a:lnSpc>
              <a:buFont typeface="Arial" panose="020B0604020202020204" pitchFamily="34" charset="0"/>
              <a:buChar char="•"/>
            </a:pPr>
            <a:r>
              <a:rPr lang="en-US" sz="3200">
                <a:solidFill>
                  <a:schemeClr val="tx1"/>
                </a:solidFill>
                <a:latin typeface="Times New Roman" panose="02020603050405020304" pitchFamily="18" charset="0"/>
                <a:cs typeface="Times New Roman" panose="02020603050405020304" pitchFamily="18" charset="0"/>
                <a:sym typeface="+mn-ea"/>
              </a:rPr>
              <a:t>Phần I : Ý tưởng thiết kế</a:t>
            </a:r>
            <a:endParaRPr lang="en-US" sz="3200">
              <a:solidFill>
                <a:schemeClr val="tx1"/>
              </a:solidFill>
              <a:latin typeface="Times New Roman" panose="02020603050405020304" pitchFamily="18" charset="0"/>
              <a:cs typeface="Times New Roman" panose="02020603050405020304" pitchFamily="18" charset="0"/>
              <a:sym typeface="+mn-ea"/>
            </a:endParaRPr>
          </a:p>
          <a:p>
            <a:pPr>
              <a:lnSpc>
                <a:spcPct val="150000"/>
              </a:lnSpc>
              <a:buFont typeface="Arial" panose="020B0604020202020204" pitchFamily="34" charset="0"/>
              <a:buChar char="•"/>
            </a:pPr>
            <a:r>
              <a:rPr lang="en-US" sz="3200">
                <a:solidFill>
                  <a:schemeClr val="tx1"/>
                </a:solidFill>
                <a:latin typeface="Times New Roman" panose="02020603050405020304" pitchFamily="18" charset="0"/>
                <a:cs typeface="Times New Roman" panose="02020603050405020304" pitchFamily="18" charset="0"/>
                <a:sym typeface="+mn-ea"/>
              </a:rPr>
              <a:t>Phần II: Thiết kế hệ thống</a:t>
            </a:r>
            <a:endParaRPr lang="en-US" sz="3200">
              <a:solidFill>
                <a:schemeClr val="tx1"/>
              </a:solidFill>
              <a:latin typeface="Times New Roman" panose="02020603050405020304" pitchFamily="18" charset="0"/>
              <a:cs typeface="Times New Roman" panose="02020603050405020304" pitchFamily="18" charset="0"/>
              <a:sym typeface="+mn-ea"/>
            </a:endParaRPr>
          </a:p>
          <a:p>
            <a:pPr>
              <a:lnSpc>
                <a:spcPct val="150000"/>
              </a:lnSpc>
              <a:buFont typeface="Arial" panose="020B0604020202020204" pitchFamily="34" charset="0"/>
              <a:buChar char="•"/>
            </a:pPr>
            <a:r>
              <a:rPr lang="en-US" sz="3200">
                <a:solidFill>
                  <a:schemeClr val="tx1"/>
                </a:solidFill>
                <a:latin typeface="Times New Roman" panose="02020603050405020304" pitchFamily="18" charset="0"/>
                <a:cs typeface="Times New Roman" panose="02020603050405020304" pitchFamily="18" charset="0"/>
                <a:sym typeface="+mn-ea"/>
              </a:rPr>
              <a:t>Phần III: Hoạt động hệ thống</a:t>
            </a:r>
            <a:endParaRPr lang="en-US" sz="3200">
              <a:solidFill>
                <a:schemeClr val="tx1"/>
              </a:solidFill>
              <a:latin typeface="Times New Roman" panose="02020603050405020304" pitchFamily="18" charset="0"/>
              <a:cs typeface="Times New Roman" panose="02020603050405020304" pitchFamily="18" charset="0"/>
              <a:sym typeface="+mn-ea"/>
            </a:endParaRPr>
          </a:p>
          <a:p>
            <a:pPr>
              <a:lnSpc>
                <a:spcPct val="150000"/>
              </a:lnSpc>
              <a:buFont typeface="Arial" panose="020B0604020202020204" pitchFamily="34" charset="0"/>
              <a:buChar char="•"/>
            </a:pPr>
            <a:r>
              <a:rPr lang="en-US" sz="3200">
                <a:solidFill>
                  <a:schemeClr val="tx1"/>
                </a:solidFill>
                <a:latin typeface="Times New Roman" panose="02020603050405020304" pitchFamily="18" charset="0"/>
                <a:cs typeface="Times New Roman" panose="02020603050405020304" pitchFamily="18" charset="0"/>
              </a:rPr>
              <a:t>Phần IV: Kết quả và đánh giá</a:t>
            </a:r>
            <a:endParaRPr lang="en-US" sz="3200">
              <a:solidFill>
                <a:schemeClr val="tx1"/>
              </a:solidFill>
              <a:latin typeface="Times New Roman" panose="02020603050405020304" pitchFamily="18" charset="0"/>
              <a:cs typeface="Times New Roman" panose="02020603050405020304" pitchFamily="18" charset="0"/>
            </a:endParaRPr>
          </a:p>
          <a:p>
            <a:pPr>
              <a:lnSpc>
                <a:spcPct val="150000"/>
              </a:lnSpc>
            </a:pPr>
            <a:endParaRPr lang="en-US" sz="3200">
              <a:solidFill>
                <a:schemeClr val="tx1"/>
              </a:solidFill>
              <a:latin typeface="Times New Roman" panose="02020603050405020304" pitchFamily="18" charset="0"/>
              <a:cs typeface="Times New Roman" panose="02020603050405020304" pitchFamily="18" charset="0"/>
            </a:endParaRPr>
          </a:p>
        </p:txBody>
      </p:sp>
      <p:sp>
        <p:nvSpPr>
          <p:cNvPr id="5" name="TextBox 4"/>
          <p:cNvSpPr txBox="1"/>
          <p:nvPr/>
        </p:nvSpPr>
        <p:spPr>
          <a:xfrm>
            <a:off x="-76200" y="75883"/>
            <a:ext cx="9144000" cy="954087"/>
          </a:xfrm>
          <a:prstGeom prst="rect">
            <a:avLst/>
          </a:prstGeom>
          <a:noFill/>
          <a:ln w="9525">
            <a:noFill/>
          </a:ln>
        </p:spPr>
        <p:txBody>
          <a:bodyPr>
            <a:spAutoFit/>
          </a:bodyPr>
          <a:lstStyle>
            <a:lvl1pPr marL="342900" indent="-342900" algn="l" rtl="0" eaLnBrk="0" fontAlgn="base" hangingPunct="0">
              <a:spcBef>
                <a:spcPts val="100"/>
              </a:spcBef>
              <a:spcAft>
                <a:spcPts val="200"/>
              </a:spcAft>
              <a:buFont typeface="Arial" panose="020B0604020202020204" pitchFamily="34" charset="0"/>
              <a:buChar char="•"/>
              <a:defRPr sz="2800" b="1" kern="1200">
                <a:solidFill>
                  <a:srgbClr val="002060"/>
                </a:solidFill>
                <a:latin typeface="Arial" panose="020B0604020202020204" pitchFamily="34" charset="0"/>
                <a:ea typeface="Arial" panose="020B0604020202020204" pitchFamily="34" charset="0"/>
                <a:cs typeface="Arial" panose="020B0604020202020204" pitchFamily="34" charset="0"/>
              </a:defRPr>
            </a:lvl1pPr>
            <a:lvl2pPr marL="742950" indent="-285750" algn="l" rtl="0" eaLnBrk="0" fontAlgn="base" hangingPunct="0">
              <a:spcBef>
                <a:spcPts val="300"/>
              </a:spcBef>
              <a:spcAft>
                <a:spcPts val="300"/>
              </a:spcAft>
              <a:buFont typeface="Arial" panose="020B0604020202020204" pitchFamily="34" charset="0"/>
              <a:buChar char="–"/>
              <a:defRPr sz="2400" kern="1200">
                <a:solidFill>
                  <a:srgbClr val="002060"/>
                </a:solidFill>
                <a:latin typeface="Arial" panose="020B0604020202020204" pitchFamily="34" charset="0"/>
                <a:ea typeface="Arial" panose="020B0604020202020204" pitchFamily="34" charset="0"/>
                <a:cs typeface="Arial" panose="020B0604020202020204" pitchFamily="34" charset="0"/>
              </a:defRPr>
            </a:lvl2pPr>
            <a:lvl3pPr marL="1143000" indent="-228600" algn="l" rtl="0" eaLnBrk="0" fontAlgn="base" hangingPunct="0">
              <a:spcBef>
                <a:spcPts val="300"/>
              </a:spcBef>
              <a:spcAft>
                <a:spcPts val="300"/>
              </a:spcAft>
              <a:buFont typeface="Arial" panose="020B0604020202020204" pitchFamily="34" charset="0"/>
              <a:buChar char="•"/>
              <a:defRPr sz="2000" kern="1200">
                <a:solidFill>
                  <a:srgbClr val="002060"/>
                </a:solidFill>
                <a:latin typeface="Arial" panose="020B0604020202020204" pitchFamily="34" charset="0"/>
                <a:ea typeface="Arial" panose="020B0604020202020204" pitchFamily="34" charset="0"/>
                <a:cs typeface="Arial" panose="020B0604020202020204" pitchFamily="34" charset="0"/>
              </a:defRPr>
            </a:lvl3pPr>
            <a:lvl4pPr marL="1600200" indent="-228600" algn="l" rtl="0" eaLnBrk="0" fontAlgn="base" hangingPunct="0">
              <a:spcBef>
                <a:spcPts val="300"/>
              </a:spcBef>
              <a:spcAft>
                <a:spcPts val="300"/>
              </a:spcAft>
              <a:buFont typeface="Arial" panose="020B0604020202020204" pitchFamily="34" charset="0"/>
              <a:buChar char="–"/>
              <a:defRPr sz="2000" kern="1200">
                <a:solidFill>
                  <a:srgbClr val="002060"/>
                </a:solidFill>
                <a:latin typeface="Arial" panose="020B0604020202020204" pitchFamily="34" charset="0"/>
                <a:ea typeface="Arial" panose="020B0604020202020204" pitchFamily="34" charset="0"/>
                <a:cs typeface="Arial" panose="020B0604020202020204" pitchFamily="34" charset="0"/>
              </a:defRPr>
            </a:lvl4pPr>
            <a:lvl5pPr marL="2057400" indent="-228600" algn="l" rtl="0" eaLnBrk="0" fontAlgn="base" hangingPunct="0">
              <a:spcBef>
                <a:spcPts val="300"/>
              </a:spcBef>
              <a:spcAft>
                <a:spcPts val="300"/>
              </a:spcAft>
              <a:buFont typeface="Arial" panose="020B0604020202020204" pitchFamily="34" charset="0"/>
              <a:buChar char="»"/>
              <a:defRPr sz="2000" kern="1200">
                <a:solidFill>
                  <a:srgbClr val="002060"/>
                </a:solidFill>
                <a:latin typeface="Arial" panose="020B0604020202020204" pitchFamily="34" charset="0"/>
                <a:ea typeface="Arial" panose="020B0604020202020204" pitchFamily="34" charset="0"/>
                <a:cs typeface="Arial" panose="020B0604020202020204" pitchFamily="34" charset="0"/>
              </a:defRPr>
            </a:lvl5pPr>
          </a:lstStyle>
          <a:p>
            <a:pPr marL="0" lvl="0" indent="0" algn="ctr" eaLnBrk="1" hangingPunct="1">
              <a:spcBef>
                <a:spcPct val="0"/>
              </a:spcBef>
              <a:spcAft>
                <a:spcPct val="0"/>
              </a:spcAft>
              <a:buFontTx/>
              <a:buNone/>
            </a:pPr>
            <a:r>
              <a:rPr lang="vi-VN" altLang="en-US" dirty="0">
                <a:solidFill>
                  <a:srgbClr val="FFFF00"/>
                </a:solidFill>
                <a:latin typeface="Times New Roman" panose="02020603050405020304" pitchFamily="18" charset="0"/>
                <a:cs typeface="Times New Roman" panose="02020603050405020304" pitchFamily="18" charset="0"/>
              </a:rPr>
              <a:t>BÁO CÁO MÔN HỌC </a:t>
            </a:r>
            <a:br>
              <a:rPr lang="vi-VN" altLang="en-US" dirty="0">
                <a:solidFill>
                  <a:srgbClr val="FFFF00"/>
                </a:solidFill>
                <a:latin typeface="Times New Roman" panose="02020603050405020304" pitchFamily="18" charset="0"/>
                <a:cs typeface="Times New Roman" panose="02020603050405020304" pitchFamily="18" charset="0"/>
              </a:rPr>
            </a:br>
            <a:r>
              <a:rPr lang="vi-VN" altLang="en-US" dirty="0">
                <a:solidFill>
                  <a:srgbClr val="FFFF00"/>
                </a:solidFill>
                <a:latin typeface="Times New Roman" panose="02020603050405020304" pitchFamily="18" charset="0"/>
                <a:cs typeface="Times New Roman" panose="02020603050405020304" pitchFamily="18" charset="0"/>
              </a:rPr>
              <a:t>THIẾT KẾ THIẾT BỊ ĐO</a:t>
            </a:r>
            <a:endParaRPr lang="vi-VN" altLang="en-US" dirty="0">
              <a:solidFill>
                <a:srgbClr val="FFFF00"/>
              </a:solidFill>
              <a:latin typeface="Times New Roman" panose="02020603050405020304" pitchFamily="18" charset="0"/>
              <a:ea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atin typeface="Times New Roman" panose="02020603050405020304" pitchFamily="18" charset="0"/>
                <a:cs typeface="Times New Roman" panose="02020603050405020304" pitchFamily="18" charset="0"/>
                <a:sym typeface="+mn-ea"/>
              </a:rPr>
              <a:t>Phần I : Ý tưởng thiết kế</a:t>
            </a:r>
            <a:endParaRPr lang="en-US">
              <a:solidFill>
                <a:srgbClr val="FFFF00"/>
              </a:solidFill>
              <a:latin typeface="Times New Roman" panose="02020603050405020304" pitchFamily="18" charset="0"/>
              <a:cs typeface="Times New Roman" panose="02020603050405020304" pitchFamily="18" charset="0"/>
              <a:sym typeface="+mn-ea"/>
            </a:endParaRPr>
          </a:p>
        </p:txBody>
      </p:sp>
      <p:sp>
        <p:nvSpPr>
          <p:cNvPr id="3" name="Content Placeholder 2"/>
          <p:cNvSpPr>
            <a:spLocks noGrp="1"/>
          </p:cNvSpPr>
          <p:nvPr>
            <p:ph idx="1"/>
          </p:nvPr>
        </p:nvSpPr>
        <p:spPr/>
        <p:txBody>
          <a:bodyPr/>
          <a:p>
            <a:pPr marL="514350" indent="-514350">
              <a:buFont typeface="+mj-lt"/>
              <a:buAutoNum type="arabicPeriod"/>
            </a:pPr>
            <a:r>
              <a:rPr lang="en-US" sz="2800">
                <a:latin typeface="Times New Roman" panose="02020603050405020304" pitchFamily="18" charset="0"/>
                <a:cs typeface="Times New Roman" panose="02020603050405020304" pitchFamily="18" charset="0"/>
              </a:rPr>
              <a:t>Ý tưởng thiết kế ban đầu </a:t>
            </a:r>
            <a:endParaRPr lang="en-US" sz="2800">
              <a:latin typeface="Times New Roman" panose="02020603050405020304" pitchFamily="18" charset="0"/>
              <a:cs typeface="Times New Roman" panose="02020603050405020304" pitchFamily="18" charset="0"/>
            </a:endParaRPr>
          </a:p>
          <a:p>
            <a:pPr marL="514350" indent="-514350">
              <a:buFont typeface="+mj-lt"/>
              <a:buAutoNum type="arabicPeriod"/>
            </a:pPr>
            <a:endParaRPr lang="en-US" sz="2800">
              <a:latin typeface="Times New Roman" panose="02020603050405020304" pitchFamily="18" charset="0"/>
              <a:cs typeface="Times New Roman" panose="02020603050405020304" pitchFamily="18" charset="0"/>
            </a:endParaRPr>
          </a:p>
        </p:txBody>
      </p:sp>
      <p:pic>
        <p:nvPicPr>
          <p:cNvPr id="10" name="Picture 9"/>
          <p:cNvPicPr>
            <a:picLocks noChangeAspect="1"/>
          </p:cNvPicPr>
          <p:nvPr/>
        </p:nvPicPr>
        <p:blipFill>
          <a:blip r:embed="rId1"/>
          <a:stretch>
            <a:fillRect/>
          </a:stretch>
        </p:blipFill>
        <p:spPr>
          <a:xfrm>
            <a:off x="533400" y="2057400"/>
            <a:ext cx="8078470" cy="361823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 name="Slide Number Placeholder 3"/>
          <p:cNvSpPr txBox="1">
            <a:spLocks noGrp="1"/>
          </p:cNvSpPr>
          <p:nvPr>
            <p:ph type="sldNum" sz="quarter" idx="4"/>
          </p:nvPr>
        </p:nvSpPr>
        <p:spPr>
          <a:noFill/>
          <a:ln>
            <a:noFill/>
          </a:ln>
        </p:spPr>
        <p:txBody>
          <a:bodyPr anchor="ctr" anchorCtr="0"/>
          <a:p>
            <a:pPr marL="0" indent="0" algn="r" eaLnBrk="1" hangingPunct="1">
              <a:spcBef>
                <a:spcPct val="0"/>
              </a:spcBef>
              <a:spcAft>
                <a:spcPct val="0"/>
              </a:spcAft>
              <a:buFontTx/>
              <a:buNone/>
            </a:pPr>
            <a:fld id="{9A0DB2DC-4C9A-4742-B13C-FB6460FD3503}" type="slidenum">
              <a:rPr lang="en-US" altLang="en-US" sz="1800" b="0" dirty="0">
                <a:solidFill>
                  <a:srgbClr val="0000FF"/>
                </a:solidFill>
              </a:rPr>
            </a:fld>
            <a:endParaRPr lang="en-US" altLang="en-US" sz="1800" b="0" dirty="0">
              <a:solidFill>
                <a:srgbClr val="0000FF"/>
              </a:solidFill>
            </a:endParaRPr>
          </a:p>
        </p:txBody>
      </p:sp>
      <p:sp>
        <p:nvSpPr>
          <p:cNvPr id="24" name="Text Box 23"/>
          <p:cNvSpPr txBox="1"/>
          <p:nvPr/>
        </p:nvSpPr>
        <p:spPr>
          <a:xfrm>
            <a:off x="76200" y="1066800"/>
            <a:ext cx="5165090" cy="4850130"/>
          </a:xfrm>
          <a:prstGeom prst="rect">
            <a:avLst/>
          </a:prstGeom>
          <a:noFill/>
        </p:spPr>
        <p:txBody>
          <a:bodyPr wrap="square" rtlCol="0">
            <a:noAutofit/>
          </a:bodyPr>
          <a:p>
            <a:pPr marL="514350" indent="-514350" algn="l">
              <a:lnSpc>
                <a:spcPct val="100000"/>
              </a:lnSpc>
              <a:buClrTx/>
              <a:buSzTx/>
              <a:buFont typeface="+mj-lt"/>
              <a:buAutoNum type="arabicPeriod" startAt="2"/>
            </a:pPr>
            <a:r>
              <a:rPr lang="en-US" altLang="en-US" sz="2800" b="1">
                <a:latin typeface="Times New Roman" panose="02020603050405020304" pitchFamily="18" charset="0"/>
                <a:cs typeface="Times New Roman" panose="02020603050405020304" pitchFamily="18" charset="0"/>
              </a:rPr>
              <a:t>Đặt vấn đề</a:t>
            </a:r>
            <a:endParaRPr lang="en-US" altLang="en-US" sz="2800" b="1">
              <a:latin typeface="Times New Roman" panose="02020603050405020304" pitchFamily="18" charset="0"/>
              <a:cs typeface="Times New Roman" panose="02020603050405020304" pitchFamily="18" charset="0"/>
            </a:endParaRPr>
          </a:p>
          <a:p>
            <a:pPr marL="342900" indent="-342900" algn="l">
              <a:lnSpc>
                <a:spcPct val="100000"/>
              </a:lnSpc>
              <a:buClrTx/>
              <a:buSzTx/>
              <a:buFont typeface="Arial" panose="020B0604020202020204" pitchFamily="34" charset="0"/>
              <a:buChar char="•"/>
            </a:pPr>
            <a:r>
              <a:rPr lang="en-US" altLang="en-GB" sz="2200">
                <a:latin typeface="Times New Roman" panose="02020603050405020304" pitchFamily="18" charset="0"/>
                <a:cs typeface="Times New Roman" panose="02020603050405020304" pitchFamily="18" charset="0"/>
              </a:rPr>
              <a:t>Theo Bộ Y tế, mỗi n</a:t>
            </a:r>
            <a:r>
              <a:rPr lang="en-US" altLang="en-US" sz="2200">
                <a:latin typeface="Times New Roman" panose="02020603050405020304" pitchFamily="18" charset="0"/>
                <a:cs typeface="Times New Roman" panose="02020603050405020304" pitchFamily="18" charset="0"/>
              </a:rPr>
              <a:t>ă</a:t>
            </a:r>
            <a:r>
              <a:rPr lang="en-US" altLang="en-GB" sz="2200">
                <a:latin typeface="Times New Roman" panose="02020603050405020304" pitchFamily="18" charset="0"/>
                <a:cs typeface="Times New Roman" panose="02020603050405020304" pitchFamily="18" charset="0"/>
              </a:rPr>
              <a:t>m Việt Nam c</a:t>
            </a:r>
            <a:r>
              <a:rPr lang="en-US" altLang="en-US" sz="2200">
                <a:latin typeface="Times New Roman" panose="02020603050405020304" pitchFamily="18" charset="0"/>
                <a:cs typeface="Times New Roman" panose="02020603050405020304" pitchFamily="18" charset="0"/>
              </a:rPr>
              <a:t>ó</a:t>
            </a:r>
            <a:r>
              <a:rPr lang="en-US" altLang="en-GB" sz="2200">
                <a:latin typeface="Times New Roman" panose="02020603050405020304" pitchFamily="18" charset="0"/>
                <a:cs typeface="Times New Roman" panose="02020603050405020304" pitchFamily="18" charset="0"/>
              </a:rPr>
              <a:t> khoảng nhiều ng</a:t>
            </a:r>
            <a:r>
              <a:rPr lang="en-US" altLang="en-US" sz="2200">
                <a:latin typeface="Times New Roman" panose="02020603050405020304" pitchFamily="18" charset="0"/>
                <a:cs typeface="Times New Roman" panose="02020603050405020304" pitchFamily="18" charset="0"/>
              </a:rPr>
              <a:t>ư</a:t>
            </a:r>
            <a:r>
              <a:rPr lang="en-US" altLang="en-GB" sz="2200">
                <a:latin typeface="Times New Roman" panose="02020603050405020304" pitchFamily="18" charset="0"/>
                <a:cs typeface="Times New Roman" panose="02020603050405020304" pitchFamily="18" charset="0"/>
              </a:rPr>
              <a:t>ời mắc bệnh sức khỏe về tim mạch, chiếm 33% tổng số ca bệnh, và tỷ lệ t</a:t>
            </a:r>
            <a:r>
              <a:rPr lang="en-US" altLang="en-US" sz="2200">
                <a:latin typeface="Times New Roman" panose="02020603050405020304" pitchFamily="18" charset="0"/>
                <a:cs typeface="Times New Roman" panose="02020603050405020304" pitchFamily="18" charset="0"/>
              </a:rPr>
              <a:t>ă</a:t>
            </a:r>
            <a:r>
              <a:rPr lang="en-US" altLang="en-GB" sz="2200">
                <a:latin typeface="Times New Roman" panose="02020603050405020304" pitchFamily="18" charset="0"/>
                <a:cs typeface="Times New Roman" panose="02020603050405020304" pitchFamily="18" charset="0"/>
              </a:rPr>
              <a:t>ng huyết </a:t>
            </a:r>
            <a:r>
              <a:rPr lang="en-US" altLang="en-US" sz="2200">
                <a:latin typeface="Times New Roman" panose="02020603050405020304" pitchFamily="18" charset="0"/>
                <a:cs typeface="Times New Roman" panose="02020603050405020304" pitchFamily="18" charset="0"/>
              </a:rPr>
              <a:t>á</a:t>
            </a:r>
            <a:r>
              <a:rPr lang="en-US" altLang="en-GB" sz="2200">
                <a:latin typeface="Times New Roman" panose="02020603050405020304" pitchFamily="18" charset="0"/>
                <a:cs typeface="Times New Roman" panose="02020603050405020304" pitchFamily="18" charset="0"/>
              </a:rPr>
              <a:t>p ở ng</a:t>
            </a:r>
            <a:r>
              <a:rPr lang="en-US" altLang="en-US" sz="2200">
                <a:latin typeface="Times New Roman" panose="02020603050405020304" pitchFamily="18" charset="0"/>
                <a:cs typeface="Times New Roman" panose="02020603050405020304" pitchFamily="18" charset="0"/>
              </a:rPr>
              <a:t>ư</a:t>
            </a:r>
            <a:r>
              <a:rPr lang="en-US" altLang="en-GB" sz="2200">
                <a:latin typeface="Times New Roman" panose="02020603050405020304" pitchFamily="18" charset="0"/>
                <a:cs typeface="Times New Roman" panose="02020603050405020304" pitchFamily="18" charset="0"/>
              </a:rPr>
              <a:t>ời tr</a:t>
            </a:r>
            <a:r>
              <a:rPr lang="en-US" altLang="en-US" sz="2200">
                <a:latin typeface="Times New Roman" panose="02020603050405020304" pitchFamily="18" charset="0"/>
                <a:cs typeface="Times New Roman" panose="02020603050405020304" pitchFamily="18" charset="0"/>
              </a:rPr>
              <a:t>ư</a:t>
            </a:r>
            <a:r>
              <a:rPr lang="en-US" altLang="en-GB" sz="2200">
                <a:latin typeface="Times New Roman" panose="02020603050405020304" pitchFamily="18" charset="0"/>
                <a:cs typeface="Times New Roman" panose="02020603050405020304" pitchFamily="18" charset="0"/>
              </a:rPr>
              <a:t>ởng thành </a:t>
            </a:r>
            <a:r>
              <a:rPr lang="en-US" altLang="en-US" sz="2200">
                <a:latin typeface="Times New Roman" panose="02020603050405020304" pitchFamily="18" charset="0"/>
                <a:cs typeface="Times New Roman" panose="02020603050405020304" pitchFamily="18" charset="0"/>
              </a:rPr>
              <a:t>đ</a:t>
            </a:r>
            <a:r>
              <a:rPr lang="en-US" altLang="en-US" sz="2200">
                <a:latin typeface="Times New Roman" panose="02020603050405020304" pitchFamily="18" charset="0"/>
                <a:cs typeface="Times New Roman" panose="02020603050405020304" pitchFamily="18" charset="0"/>
              </a:rPr>
              <a:t>ã</a:t>
            </a:r>
            <a:r>
              <a:rPr lang="en-US" altLang="en-GB" sz="2200">
                <a:latin typeface="Times New Roman" panose="02020603050405020304" pitchFamily="18" charset="0"/>
                <a:cs typeface="Times New Roman" panose="02020603050405020304" pitchFamily="18" charset="0"/>
              </a:rPr>
              <a:t> </a:t>
            </a:r>
            <a:r>
              <a:rPr lang="en-US" altLang="en-US" sz="2200">
                <a:latin typeface="Times New Roman" panose="02020603050405020304" pitchFamily="18" charset="0"/>
                <a:cs typeface="Times New Roman" panose="02020603050405020304" pitchFamily="18" charset="0"/>
              </a:rPr>
              <a:t>đ</a:t>
            </a:r>
            <a:r>
              <a:rPr lang="en-US" altLang="en-GB" sz="2200">
                <a:latin typeface="Times New Roman" panose="02020603050405020304" pitchFamily="18" charset="0"/>
                <a:cs typeface="Times New Roman" panose="02020603050405020304" pitchFamily="18" charset="0"/>
              </a:rPr>
              <a:t>ạt 25%. </a:t>
            </a:r>
            <a:r>
              <a:rPr lang="en-US" altLang="en-US" sz="2200">
                <a:latin typeface="Times New Roman" panose="02020603050405020304" pitchFamily="18" charset="0"/>
                <a:cs typeface="Times New Roman" panose="02020603050405020304" pitchFamily="18" charset="0"/>
              </a:rPr>
              <a:t>Đ</a:t>
            </a:r>
            <a:r>
              <a:rPr lang="en-US" altLang="en-US" sz="2200">
                <a:latin typeface="Times New Roman" panose="02020603050405020304" pitchFamily="18" charset="0"/>
                <a:cs typeface="Times New Roman" panose="02020603050405020304" pitchFamily="18" charset="0"/>
              </a:rPr>
              <a:t>á</a:t>
            </a:r>
            <a:r>
              <a:rPr lang="en-US" altLang="en-GB" sz="2200">
                <a:latin typeface="Times New Roman" panose="02020603050405020304" pitchFamily="18" charset="0"/>
                <a:cs typeface="Times New Roman" panose="02020603050405020304" pitchFamily="18" charset="0"/>
              </a:rPr>
              <a:t>ng lo ngại, bệnh tim mạch ngày càng trẻ h</a:t>
            </a:r>
            <a:r>
              <a:rPr lang="en-US" altLang="en-US" sz="2200">
                <a:latin typeface="Times New Roman" panose="02020603050405020304" pitchFamily="18" charset="0"/>
                <a:cs typeface="Times New Roman" panose="02020603050405020304" pitchFamily="18" charset="0"/>
              </a:rPr>
              <a:t>ó</a:t>
            </a:r>
            <a:r>
              <a:rPr lang="en-US" altLang="en-GB" sz="2200">
                <a:latin typeface="Times New Roman" panose="02020603050405020304" pitchFamily="18" charset="0"/>
                <a:cs typeface="Times New Roman" panose="02020603050405020304" pitchFamily="18" charset="0"/>
              </a:rPr>
              <a:t>a, xuất hiện ở cả </a:t>
            </a:r>
            <a:r>
              <a:rPr lang="en-US" altLang="en-US" sz="2200">
                <a:latin typeface="Times New Roman" panose="02020603050405020304" pitchFamily="18" charset="0"/>
                <a:cs typeface="Times New Roman" panose="02020603050405020304" pitchFamily="18" charset="0"/>
              </a:rPr>
              <a:t>đ</a:t>
            </a:r>
            <a:r>
              <a:rPr lang="en-US" altLang="en-GB" sz="2200">
                <a:latin typeface="Times New Roman" panose="02020603050405020304" pitchFamily="18" charset="0"/>
                <a:cs typeface="Times New Roman" panose="02020603050405020304" pitchFamily="18" charset="0"/>
              </a:rPr>
              <a:t>ộ tuổi 16–30. Nguyên nhân là thức khuya hoạt động sai giờ sinh học. Tr</a:t>
            </a:r>
            <a:r>
              <a:rPr lang="en-US" altLang="en-US" sz="2200">
                <a:latin typeface="Times New Roman" panose="02020603050405020304" pitchFamily="18" charset="0"/>
                <a:cs typeface="Times New Roman" panose="02020603050405020304" pitchFamily="18" charset="0"/>
              </a:rPr>
              <a:t>ư</a:t>
            </a:r>
            <a:r>
              <a:rPr lang="en-US" altLang="en-GB" sz="2200">
                <a:latin typeface="Times New Roman" panose="02020603050405020304" pitchFamily="18" charset="0"/>
                <a:cs typeface="Times New Roman" panose="02020603050405020304" pitchFamily="18" charset="0"/>
              </a:rPr>
              <a:t>ớc thực trạng </a:t>
            </a:r>
            <a:r>
              <a:rPr lang="en-US" altLang="en-US" sz="2200">
                <a:latin typeface="Times New Roman" panose="02020603050405020304" pitchFamily="18" charset="0"/>
                <a:cs typeface="Times New Roman" panose="02020603050405020304" pitchFamily="18" charset="0"/>
              </a:rPr>
              <a:t>đ</a:t>
            </a:r>
            <a:r>
              <a:rPr lang="en-US" altLang="en-US" sz="2200">
                <a:latin typeface="Times New Roman" panose="02020603050405020304" pitchFamily="18" charset="0"/>
                <a:cs typeface="Times New Roman" panose="02020603050405020304" pitchFamily="18" charset="0"/>
              </a:rPr>
              <a:t>ó</a:t>
            </a:r>
            <a:r>
              <a:rPr lang="en-US" altLang="en-GB" sz="2200">
                <a:latin typeface="Times New Roman" panose="02020603050405020304" pitchFamily="18" charset="0"/>
                <a:cs typeface="Times New Roman" panose="02020603050405020304" pitchFamily="18" charset="0"/>
              </a:rPr>
              <a:t>, việc theo d</a:t>
            </a:r>
            <a:r>
              <a:rPr lang="en-US" altLang="en-US" sz="2200">
                <a:latin typeface="Times New Roman" panose="02020603050405020304" pitchFamily="18" charset="0"/>
                <a:cs typeface="Times New Roman" panose="02020603050405020304" pitchFamily="18" charset="0"/>
              </a:rPr>
              <a:t>õ</a:t>
            </a:r>
            <a:r>
              <a:rPr lang="en-US" altLang="en-GB" sz="2200">
                <a:latin typeface="Times New Roman" panose="02020603050405020304" pitchFamily="18" charset="0"/>
                <a:cs typeface="Times New Roman" panose="02020603050405020304" pitchFamily="18" charset="0"/>
              </a:rPr>
              <a:t>i chuyển </a:t>
            </a:r>
            <a:r>
              <a:rPr lang="en-US" altLang="en-US" sz="2200">
                <a:latin typeface="Times New Roman" panose="02020603050405020304" pitchFamily="18" charset="0"/>
                <a:cs typeface="Times New Roman" panose="02020603050405020304" pitchFamily="18" charset="0"/>
              </a:rPr>
              <a:t>đ</a:t>
            </a:r>
            <a:r>
              <a:rPr lang="en-US" altLang="en-GB" sz="2200">
                <a:latin typeface="Times New Roman" panose="02020603050405020304" pitchFamily="18" charset="0"/>
                <a:cs typeface="Times New Roman" panose="02020603050405020304" pitchFamily="18" charset="0"/>
              </a:rPr>
              <a:t>ộng c</a:t>
            </a:r>
            <a:r>
              <a:rPr lang="en-US" altLang="en-US" sz="2200">
                <a:latin typeface="Times New Roman" panose="02020603050405020304" pitchFamily="18" charset="0"/>
                <a:cs typeface="Times New Roman" panose="02020603050405020304" pitchFamily="18" charset="0"/>
              </a:rPr>
              <a:t>ơ</a:t>
            </a:r>
            <a:r>
              <a:rPr lang="en-US" altLang="en-GB" sz="2200">
                <a:latin typeface="Times New Roman" panose="02020603050405020304" pitchFamily="18" charset="0"/>
                <a:cs typeface="Times New Roman" panose="02020603050405020304" pitchFamily="18" charset="0"/>
              </a:rPr>
              <a:t> thể kết hợp gi</a:t>
            </a:r>
            <a:r>
              <a:rPr lang="en-US" altLang="en-US" sz="2200">
                <a:latin typeface="Times New Roman" panose="02020603050405020304" pitchFamily="18" charset="0"/>
                <a:cs typeface="Times New Roman" panose="02020603050405020304" pitchFamily="18" charset="0"/>
              </a:rPr>
              <a:t>á</a:t>
            </a:r>
            <a:r>
              <a:rPr lang="en-US" altLang="en-GB" sz="2200">
                <a:latin typeface="Times New Roman" panose="02020603050405020304" pitchFamily="18" charset="0"/>
                <a:cs typeface="Times New Roman" panose="02020603050405020304" pitchFamily="18" charset="0"/>
              </a:rPr>
              <a:t>m s</a:t>
            </a:r>
            <a:r>
              <a:rPr lang="en-US" altLang="en-US" sz="2200">
                <a:latin typeface="Times New Roman" panose="02020603050405020304" pitchFamily="18" charset="0"/>
                <a:cs typeface="Times New Roman" panose="02020603050405020304" pitchFamily="18" charset="0"/>
              </a:rPr>
              <a:t>á</a:t>
            </a:r>
            <a:r>
              <a:rPr lang="en-US" altLang="en-GB" sz="2200">
                <a:latin typeface="Times New Roman" panose="02020603050405020304" pitchFamily="18" charset="0"/>
                <a:cs typeface="Times New Roman" panose="02020603050405020304" pitchFamily="18" charset="0"/>
              </a:rPr>
              <a:t>t nhịp tim trở n</a:t>
            </a:r>
            <a:r>
              <a:rPr lang="en-US" altLang="en-US" sz="2200">
                <a:latin typeface="Times New Roman" panose="02020603050405020304" pitchFamily="18" charset="0"/>
                <a:cs typeface="Times New Roman" panose="02020603050405020304" pitchFamily="18" charset="0"/>
              </a:rPr>
              <a:t>ê</a:t>
            </a:r>
            <a:r>
              <a:rPr lang="en-US" altLang="en-GB" sz="2200">
                <a:latin typeface="Times New Roman" panose="02020603050405020304" pitchFamily="18" charset="0"/>
                <a:cs typeface="Times New Roman" panose="02020603050405020304" pitchFamily="18" charset="0"/>
              </a:rPr>
              <a:t>n cần thiết, gi</a:t>
            </a:r>
            <a:r>
              <a:rPr lang="en-US" altLang="en-US" sz="2200">
                <a:latin typeface="Times New Roman" panose="02020603050405020304" pitchFamily="18" charset="0"/>
                <a:cs typeface="Times New Roman" panose="02020603050405020304" pitchFamily="18" charset="0"/>
              </a:rPr>
              <a:t>ú</a:t>
            </a:r>
            <a:r>
              <a:rPr lang="en-US" altLang="en-GB" sz="2200">
                <a:latin typeface="Times New Roman" panose="02020603050405020304" pitchFamily="18" charset="0"/>
                <a:cs typeface="Times New Roman" panose="02020603050405020304" pitchFamily="18" charset="0"/>
              </a:rPr>
              <a:t>p ph</a:t>
            </a:r>
            <a:r>
              <a:rPr lang="en-US" altLang="en-US" sz="2200">
                <a:latin typeface="Times New Roman" panose="02020603050405020304" pitchFamily="18" charset="0"/>
                <a:cs typeface="Times New Roman" panose="02020603050405020304" pitchFamily="18" charset="0"/>
              </a:rPr>
              <a:t>á</a:t>
            </a:r>
            <a:r>
              <a:rPr lang="en-US" altLang="en-GB" sz="2200">
                <a:latin typeface="Times New Roman" panose="02020603050405020304" pitchFamily="18" charset="0"/>
                <a:cs typeface="Times New Roman" panose="02020603050405020304" pitchFamily="18" charset="0"/>
              </a:rPr>
              <a:t>t hiện sớm bất th</a:t>
            </a:r>
            <a:r>
              <a:rPr lang="en-US" altLang="en-US" sz="2200">
                <a:latin typeface="Times New Roman" panose="02020603050405020304" pitchFamily="18" charset="0"/>
                <a:cs typeface="Times New Roman" panose="02020603050405020304" pitchFamily="18" charset="0"/>
              </a:rPr>
              <a:t>ư</a:t>
            </a:r>
            <a:r>
              <a:rPr lang="en-US" altLang="en-GB" sz="2200">
                <a:latin typeface="Times New Roman" panose="02020603050405020304" pitchFamily="18" charset="0"/>
                <a:cs typeface="Times New Roman" panose="02020603050405020304" pitchFamily="18" charset="0"/>
              </a:rPr>
              <a:t>ờng, </a:t>
            </a:r>
            <a:r>
              <a:rPr lang="en-US" altLang="en-US" sz="2200">
                <a:latin typeface="Times New Roman" panose="02020603050405020304" pitchFamily="18" charset="0"/>
                <a:cs typeface="Times New Roman" panose="02020603050405020304" pitchFamily="18" charset="0"/>
              </a:rPr>
              <a:t>đ</a:t>
            </a:r>
            <a:r>
              <a:rPr lang="en-US" altLang="en-US" sz="2200">
                <a:latin typeface="Times New Roman" panose="02020603050405020304" pitchFamily="18" charset="0"/>
                <a:cs typeface="Times New Roman" panose="02020603050405020304" pitchFamily="18" charset="0"/>
              </a:rPr>
              <a:t>á</a:t>
            </a:r>
            <a:r>
              <a:rPr lang="en-US" altLang="en-GB" sz="2200">
                <a:latin typeface="Times New Roman" panose="02020603050405020304" pitchFamily="18" charset="0"/>
                <a:cs typeface="Times New Roman" panose="02020603050405020304" pitchFamily="18" charset="0"/>
              </a:rPr>
              <a:t>nh gi</a:t>
            </a:r>
            <a:r>
              <a:rPr lang="en-US" altLang="en-US" sz="2200">
                <a:latin typeface="Times New Roman" panose="02020603050405020304" pitchFamily="18" charset="0"/>
                <a:cs typeface="Times New Roman" panose="02020603050405020304" pitchFamily="18" charset="0"/>
              </a:rPr>
              <a:t>á</a:t>
            </a:r>
            <a:r>
              <a:rPr lang="en-US" altLang="en-GB" sz="2200">
                <a:latin typeface="Times New Roman" panose="02020603050405020304" pitchFamily="18" charset="0"/>
                <a:cs typeface="Times New Roman" panose="02020603050405020304" pitchFamily="18" charset="0"/>
              </a:rPr>
              <a:t> t</a:t>
            </a:r>
            <a:r>
              <a:rPr lang="en-US" altLang="en-US" sz="2200">
                <a:latin typeface="Times New Roman" panose="02020603050405020304" pitchFamily="18" charset="0"/>
                <a:cs typeface="Times New Roman" panose="02020603050405020304" pitchFamily="18" charset="0"/>
              </a:rPr>
              <a:t>ì</a:t>
            </a:r>
            <a:r>
              <a:rPr lang="en-US" altLang="en-GB" sz="2200">
                <a:latin typeface="Times New Roman" panose="02020603050405020304" pitchFamily="18" charset="0"/>
                <a:cs typeface="Times New Roman" panose="02020603050405020304" pitchFamily="18" charset="0"/>
              </a:rPr>
              <a:t>nh trạng vận </a:t>
            </a:r>
            <a:r>
              <a:rPr lang="en-US" altLang="en-US" sz="2200">
                <a:latin typeface="Times New Roman" panose="02020603050405020304" pitchFamily="18" charset="0"/>
                <a:cs typeface="Times New Roman" panose="02020603050405020304" pitchFamily="18" charset="0"/>
              </a:rPr>
              <a:t>đ</a:t>
            </a:r>
            <a:r>
              <a:rPr lang="en-US" altLang="en-GB" sz="2200">
                <a:latin typeface="Times New Roman" panose="02020603050405020304" pitchFamily="18" charset="0"/>
                <a:cs typeface="Times New Roman" panose="02020603050405020304" pitchFamily="18" charset="0"/>
              </a:rPr>
              <a:t>ộng và hỗ trợ ph</a:t>
            </a:r>
            <a:r>
              <a:rPr lang="en-US" altLang="en-US" sz="2200">
                <a:latin typeface="Times New Roman" panose="02020603050405020304" pitchFamily="18" charset="0"/>
                <a:cs typeface="Times New Roman" panose="02020603050405020304" pitchFamily="18" charset="0"/>
              </a:rPr>
              <a:t>ò</a:t>
            </a:r>
            <a:r>
              <a:rPr lang="en-US" altLang="en-GB" sz="2200">
                <a:latin typeface="Times New Roman" panose="02020603050405020304" pitchFamily="18" charset="0"/>
                <a:cs typeface="Times New Roman" panose="02020603050405020304" pitchFamily="18" charset="0"/>
              </a:rPr>
              <a:t>ng ngừa bệnh tim mạch hiệu quả.</a:t>
            </a:r>
            <a:endParaRPr lang="en-US" altLang="en-GB" sz="2200">
              <a:latin typeface="Times New Roman" panose="02020603050405020304" pitchFamily="18" charset="0"/>
              <a:cs typeface="Times New Roman" panose="02020603050405020304" pitchFamily="18" charset="0"/>
            </a:endParaRPr>
          </a:p>
          <a:p>
            <a:pPr marL="342900" indent="-342900" algn="l">
              <a:lnSpc>
                <a:spcPct val="100000"/>
              </a:lnSpc>
              <a:buClrTx/>
              <a:buSzTx/>
              <a:buFont typeface="Arial" panose="020B0604020202020204" pitchFamily="34" charset="0"/>
              <a:buChar char="•"/>
            </a:pPr>
            <a:r>
              <a:rPr lang="en-US" altLang="en-GB" sz="2200">
                <a:latin typeface="Times New Roman" panose="02020603050405020304" pitchFamily="18" charset="0"/>
                <a:cs typeface="Times New Roman" panose="02020603050405020304" pitchFamily="18" charset="0"/>
              </a:rPr>
              <a:t>theo tờ báo Tạp chí y học TPHCM.</a:t>
            </a:r>
            <a:endParaRPr lang="en-US" altLang="en-GB" sz="2200">
              <a:latin typeface="Times New Roman" panose="02020603050405020304" pitchFamily="18" charset="0"/>
              <a:cs typeface="Times New Roman" panose="02020603050405020304" pitchFamily="18" charset="0"/>
            </a:endParaRPr>
          </a:p>
        </p:txBody>
      </p:sp>
      <p:sp>
        <p:nvSpPr>
          <p:cNvPr id="27" name="Text Placeholder 6"/>
          <p:cNvSpPr>
            <a:spLocks noGrp="1"/>
          </p:cNvSpPr>
          <p:nvPr/>
        </p:nvSpPr>
        <p:spPr>
          <a:xfrm>
            <a:off x="457200" y="76200"/>
            <a:ext cx="7239000" cy="990600"/>
          </a:xfrm>
          <a:prstGeom prst="rect">
            <a:avLst/>
          </a:prstGeom>
          <a:noFill/>
          <a:ln w="9525">
            <a:noFill/>
          </a:ln>
        </p:spPr>
        <p:txBody>
          <a:bodyPr vert="horz" wrap="square" lIns="91440" tIns="45720" rIns="91440" bIns="45720" anchor="ctr" anchorCtr="0"/>
          <a:lstStyle>
            <a:lvl1pPr marL="0" indent="0" algn="l" rtl="0" eaLnBrk="0" fontAlgn="base" hangingPunct="0">
              <a:spcBef>
                <a:spcPts val="100"/>
              </a:spcBef>
              <a:spcAft>
                <a:spcPts val="200"/>
              </a:spcAft>
              <a:buFont typeface="Arial" panose="020B0604020202020204" pitchFamily="34" charset="0"/>
              <a:buNone/>
              <a:defRPr sz="3000" b="1" kern="1200">
                <a:solidFill>
                  <a:srgbClr val="FFFF00"/>
                </a:solidFill>
                <a:latin typeface="Arial" panose="020B0604020202020204" pitchFamily="34" charset="0"/>
                <a:ea typeface="Arial" panose="020B0604020202020204" pitchFamily="34" charset="0"/>
                <a:cs typeface="Arial" panose="020B0604020202020204" pitchFamily="34" charset="0"/>
              </a:defRPr>
            </a:lvl1pPr>
            <a:lvl2pPr marL="457200" indent="0" algn="l" rtl="0" eaLnBrk="0" fontAlgn="base" hangingPunct="0">
              <a:spcBef>
                <a:spcPts val="300"/>
              </a:spcBef>
              <a:spcAft>
                <a:spcPts val="300"/>
              </a:spcAft>
              <a:buFont typeface="Arial" panose="020B0604020202020204" pitchFamily="34" charset="0"/>
              <a:buNone/>
              <a:defRPr sz="1800" kern="1200">
                <a:solidFill>
                  <a:schemeClr val="tx1">
                    <a:tint val="75000"/>
                  </a:schemeClr>
                </a:solidFill>
                <a:latin typeface="Arial" panose="020B0604020202020204" pitchFamily="34" charset="0"/>
                <a:ea typeface="Arial" panose="020B0604020202020204" pitchFamily="34" charset="0"/>
                <a:cs typeface="Arial" panose="020B0604020202020204" pitchFamily="34" charset="0"/>
              </a:defRPr>
            </a:lvl2pPr>
            <a:lvl3pPr marL="914400" indent="0" algn="l" rtl="0" eaLnBrk="0" fontAlgn="base" hangingPunct="0">
              <a:spcBef>
                <a:spcPts val="300"/>
              </a:spcBef>
              <a:spcAft>
                <a:spcPts val="300"/>
              </a:spcAft>
              <a:buFont typeface="Arial" panose="020B0604020202020204" pitchFamily="34" charset="0"/>
              <a:buNone/>
              <a:defRPr sz="1600" kern="1200">
                <a:solidFill>
                  <a:schemeClr val="tx1">
                    <a:tint val="75000"/>
                  </a:schemeClr>
                </a:solidFill>
                <a:latin typeface="Arial" panose="020B0604020202020204" pitchFamily="34" charset="0"/>
                <a:ea typeface="Arial" panose="020B0604020202020204" pitchFamily="34" charset="0"/>
                <a:cs typeface="Arial" panose="020B0604020202020204" pitchFamily="34" charset="0"/>
              </a:defRPr>
            </a:lvl3pPr>
            <a:lvl4pPr marL="1371600" indent="0" algn="l" rtl="0" eaLnBrk="0" fontAlgn="base" hangingPunct="0">
              <a:spcBef>
                <a:spcPts val="300"/>
              </a:spcBef>
              <a:spcAft>
                <a:spcPts val="300"/>
              </a:spcAft>
              <a:buFont typeface="Arial" panose="020B0604020202020204" pitchFamily="34" charset="0"/>
              <a:buNone/>
              <a:defRPr sz="1400" kern="1200">
                <a:solidFill>
                  <a:schemeClr val="tx1">
                    <a:tint val="75000"/>
                  </a:schemeClr>
                </a:solidFill>
                <a:latin typeface="Arial" panose="020B0604020202020204" pitchFamily="34" charset="0"/>
                <a:ea typeface="Arial" panose="020B0604020202020204" pitchFamily="34" charset="0"/>
                <a:cs typeface="Arial" panose="020B0604020202020204" pitchFamily="34" charset="0"/>
              </a:defRPr>
            </a:lvl4pPr>
            <a:lvl5pPr marL="1828800" indent="0" algn="l" rtl="0" eaLnBrk="0" fontAlgn="base" hangingPunct="0">
              <a:spcBef>
                <a:spcPts val="300"/>
              </a:spcBef>
              <a:spcAft>
                <a:spcPts val="300"/>
              </a:spcAft>
              <a:buFont typeface="Arial" panose="020B0604020202020204" pitchFamily="34" charset="0"/>
              <a:buNone/>
              <a:defRPr sz="1400" kern="1200">
                <a:solidFill>
                  <a:schemeClr val="tx1">
                    <a:tint val="75000"/>
                  </a:schemeClr>
                </a:solidFill>
                <a:latin typeface="Arial" panose="020B0604020202020204" pitchFamily="34" charset="0"/>
                <a:ea typeface="Arial" panose="020B0604020202020204" pitchFamily="34" charset="0"/>
                <a:cs typeface="Arial" panose="020B0604020202020204" pitchFamily="34" charset="0"/>
              </a:defRPr>
            </a:lvl5pPr>
            <a:lvl6pPr marL="2286000" indent="0" algn="l" defTabSz="914400" rtl="0" eaLnBrk="1" latinLnBrk="0" hangingPunct="1">
              <a:spcBef>
                <a:spcPct val="20000"/>
              </a:spcBef>
              <a:buFont typeface="Arial" panose="020B0604020202020204" pitchFamily="34" charset="0"/>
              <a:buNone/>
              <a:defRPr sz="1400" kern="1200">
                <a:solidFill>
                  <a:schemeClr val="tx1">
                    <a:tint val="75000"/>
                  </a:schemeClr>
                </a:solidFill>
                <a:latin typeface="+mn-lt"/>
                <a:ea typeface="+mn-ea"/>
                <a:cs typeface="+mn-cs"/>
              </a:defRPr>
            </a:lvl6pPr>
            <a:lvl7pPr marL="2743200" indent="0" algn="l" defTabSz="914400" rtl="0" eaLnBrk="1" latinLnBrk="0" hangingPunct="1">
              <a:spcBef>
                <a:spcPct val="20000"/>
              </a:spcBef>
              <a:buFont typeface="Arial" panose="020B0604020202020204" pitchFamily="34" charset="0"/>
              <a:buNone/>
              <a:defRPr sz="1400" kern="1200">
                <a:solidFill>
                  <a:schemeClr val="tx1">
                    <a:tint val="75000"/>
                  </a:schemeClr>
                </a:solidFill>
                <a:latin typeface="+mn-lt"/>
                <a:ea typeface="+mn-ea"/>
                <a:cs typeface="+mn-cs"/>
              </a:defRPr>
            </a:lvl7pPr>
            <a:lvl8pPr marL="3200400" indent="0" algn="l" defTabSz="914400" rtl="0" eaLnBrk="1" latinLnBrk="0" hangingPunct="1">
              <a:spcBef>
                <a:spcPct val="20000"/>
              </a:spcBef>
              <a:buFont typeface="Arial" panose="020B0604020202020204" pitchFamily="34" charset="0"/>
              <a:buNone/>
              <a:defRPr sz="1400" kern="1200">
                <a:solidFill>
                  <a:schemeClr val="tx1">
                    <a:tint val="75000"/>
                  </a:schemeClr>
                </a:solidFill>
                <a:latin typeface="+mn-lt"/>
                <a:ea typeface="+mn-ea"/>
                <a:cs typeface="+mn-cs"/>
              </a:defRPr>
            </a:lvl8pPr>
            <a:lvl9pPr marL="3657600" indent="0" algn="l" defTabSz="914400" rtl="0" eaLnBrk="1" latinLnBrk="0" hangingPunct="1">
              <a:spcBef>
                <a:spcPct val="20000"/>
              </a:spcBef>
              <a:buFont typeface="Arial" panose="020B0604020202020204" pitchFamily="34" charset="0"/>
              <a:buNone/>
              <a:defRPr sz="1400" kern="1200">
                <a:solidFill>
                  <a:schemeClr val="tx1">
                    <a:tint val="75000"/>
                  </a:schemeClr>
                </a:solidFill>
                <a:latin typeface="+mn-lt"/>
                <a:ea typeface="+mn-ea"/>
                <a:cs typeface="+mn-cs"/>
              </a:defRPr>
            </a:lvl9pPr>
          </a:lstStyle>
          <a:p>
            <a:pPr>
              <a:lnSpc>
                <a:spcPct val="150000"/>
              </a:lnSpc>
            </a:pPr>
            <a:r>
              <a:rPr lang="en-US" sz="2800">
                <a:solidFill>
                  <a:srgbClr val="FFFF00"/>
                </a:solidFill>
                <a:latin typeface="Times New Roman" panose="02020603050405020304" pitchFamily="18" charset="0"/>
                <a:cs typeface="Times New Roman" panose="02020603050405020304" pitchFamily="18" charset="0"/>
                <a:sym typeface="+mn-ea"/>
              </a:rPr>
              <a:t>Phần I : Ý tưởng thiết kế</a:t>
            </a:r>
            <a:endParaRPr lang="en-US" altLang="en-US" sz="2800" kern="1200" dirty="0">
              <a:solidFill>
                <a:srgbClr val="FFFF00"/>
              </a:solidFill>
              <a:latin typeface="Times New Roman" panose="02020603050405020304" pitchFamily="18" charset="0"/>
              <a:ea typeface="Arial" panose="020B0604020202020204" pitchFamily="34" charset="0"/>
              <a:cs typeface="Times New Roman" panose="02020603050405020304" pitchFamily="18" charset="0"/>
              <a:sym typeface="+mn-ea"/>
            </a:endParaRPr>
          </a:p>
        </p:txBody>
      </p:sp>
      <p:pic>
        <p:nvPicPr>
          <p:cNvPr id="29" name="Picture 28"/>
          <p:cNvPicPr/>
          <p:nvPr/>
        </p:nvPicPr>
        <p:blipFill>
          <a:blip r:embed="rId1"/>
          <a:srcRect r="-5000" b="2778"/>
          <a:stretch>
            <a:fillRect/>
          </a:stretch>
        </p:blipFill>
        <p:spPr>
          <a:xfrm>
            <a:off x="5257800" y="1676400"/>
            <a:ext cx="3964940" cy="382333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sz="2800">
                <a:latin typeface="Times New Roman" panose="02020603050405020304" pitchFamily="18" charset="0"/>
                <a:cs typeface="Times New Roman" panose="02020603050405020304" pitchFamily="18" charset="0"/>
                <a:sym typeface="+mn-ea"/>
              </a:rPr>
              <a:t>Phần I : Ý tưởng thiết kế</a:t>
            </a:r>
            <a:endParaRPr lang="en-US" sz="2800"/>
          </a:p>
        </p:txBody>
      </p:sp>
      <p:sp>
        <p:nvSpPr>
          <p:cNvPr id="3" name="Content Placeholder 2"/>
          <p:cNvSpPr>
            <a:spLocks noGrp="1"/>
          </p:cNvSpPr>
          <p:nvPr>
            <p:ph idx="1"/>
          </p:nvPr>
        </p:nvSpPr>
        <p:spPr>
          <a:xfrm>
            <a:off x="457200" y="1323340"/>
            <a:ext cx="4308475" cy="4678680"/>
          </a:xfrm>
        </p:spPr>
        <p:txBody>
          <a:bodyPr/>
          <a:p>
            <a:pPr marL="514350" indent="-514350">
              <a:buFont typeface="+mj-lt"/>
              <a:buAutoNum type="arabicPeriod" startAt="3"/>
            </a:pPr>
            <a:r>
              <a:rPr lang="en-US" altLang="en-US" sz="2800">
                <a:solidFill>
                  <a:schemeClr val="tx1"/>
                </a:solidFill>
                <a:latin typeface="Times New Roman" panose="02020603050405020304" pitchFamily="18" charset="0"/>
                <a:cs typeface="Times New Roman" panose="02020603050405020304" pitchFamily="18" charset="0"/>
              </a:rPr>
              <a:t>Đối tượng đề tài:</a:t>
            </a:r>
            <a:endParaRPr lang="en-US" altLang="en-US" sz="2800">
              <a:solidFill>
                <a:schemeClr val="tx1"/>
              </a:solidFill>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altLang="en-US" sz="2400" b="0">
                <a:latin typeface="Times New Roman" panose="02020603050405020304" pitchFamily="18" charset="0"/>
                <a:cs typeface="Times New Roman" panose="02020603050405020304" pitchFamily="18" charset="0"/>
              </a:rPr>
              <a:t>Khuyến kích đối với ng</a:t>
            </a:r>
            <a:r>
              <a:rPr lang="en-US" altLang="en-US" sz="2400" b="0">
                <a:latin typeface="Times New Roman" panose="02020603050405020304" pitchFamily="18" charset="0"/>
                <a:cs typeface="Times New Roman" panose="02020603050405020304" pitchFamily="18" charset="0"/>
              </a:rPr>
              <a:t>ư</a:t>
            </a:r>
            <a:r>
              <a:rPr lang="en-US" altLang="en-US" sz="2400" b="0">
                <a:latin typeface="Times New Roman" panose="02020603050405020304" pitchFamily="18" charset="0"/>
                <a:cs typeface="Times New Roman" panose="02020603050405020304" pitchFamily="18" charset="0"/>
              </a:rPr>
              <a:t>ời từ 16 tuổi trở lên, nhịp tim bình th</a:t>
            </a:r>
            <a:r>
              <a:rPr lang="en-US" altLang="en-US" sz="2400" b="0">
                <a:latin typeface="Times New Roman" panose="02020603050405020304" pitchFamily="18" charset="0"/>
                <a:cs typeface="Times New Roman" panose="02020603050405020304" pitchFamily="18" charset="0"/>
              </a:rPr>
              <a:t>ư</a:t>
            </a:r>
            <a:r>
              <a:rPr lang="en-US" altLang="en-US" sz="2400" b="0">
                <a:latin typeface="Times New Roman" panose="02020603050405020304" pitchFamily="18" charset="0"/>
                <a:cs typeface="Times New Roman" panose="02020603050405020304" pitchFamily="18" charset="0"/>
              </a:rPr>
              <a:t>ờngdao </a:t>
            </a:r>
            <a:r>
              <a:rPr lang="en-US" altLang="en-US" sz="2400" b="0">
                <a:latin typeface="Times New Roman" panose="02020603050405020304" pitchFamily="18" charset="0"/>
                <a:cs typeface="Times New Roman" panose="02020603050405020304" pitchFamily="18" charset="0"/>
              </a:rPr>
              <a:t>đ</a:t>
            </a:r>
            <a:r>
              <a:rPr lang="en-US" altLang="en-US" sz="2400" b="0">
                <a:latin typeface="Times New Roman" panose="02020603050405020304" pitchFamily="18" charset="0"/>
                <a:cs typeface="Times New Roman" panose="02020603050405020304" pitchFamily="18" charset="0"/>
              </a:rPr>
              <a:t>ộng trong khoảng từ 60 </a:t>
            </a:r>
            <a:r>
              <a:rPr lang="en-US" altLang="en-US" sz="2400" b="0">
                <a:latin typeface="Times New Roman" panose="02020603050405020304" pitchFamily="18" charset="0"/>
                <a:cs typeface="Times New Roman" panose="02020603050405020304" pitchFamily="18" charset="0"/>
              </a:rPr>
              <a:t>đ</a:t>
            </a:r>
            <a:r>
              <a:rPr lang="en-US" altLang="en-US" sz="2400" b="0">
                <a:latin typeface="Times New Roman" panose="02020603050405020304" pitchFamily="18" charset="0"/>
                <a:cs typeface="Times New Roman" panose="02020603050405020304" pitchFamily="18" charset="0"/>
              </a:rPr>
              <a:t>ến 100 nhịp mỗi phút. </a:t>
            </a:r>
            <a:endParaRPr lang="en-US" altLang="en-US" sz="2400" b="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altLang="en-US" sz="2400" b="0">
                <a:latin typeface="Times New Roman" panose="02020603050405020304" pitchFamily="18" charset="0"/>
                <a:cs typeface="Times New Roman" panose="02020603050405020304" pitchFamily="18" charset="0"/>
              </a:rPr>
              <a:t>Đ</a:t>
            </a:r>
            <a:r>
              <a:rPr lang="en-US" altLang="en-US" sz="2400" b="0">
                <a:latin typeface="Times New Roman" panose="02020603050405020304" pitchFamily="18" charset="0"/>
                <a:cs typeface="Times New Roman" panose="02020603050405020304" pitchFamily="18" charset="0"/>
              </a:rPr>
              <a:t>ối với những vận </a:t>
            </a:r>
            <a:r>
              <a:rPr lang="en-US" altLang="en-US" sz="2400" b="0">
                <a:latin typeface="Times New Roman" panose="02020603050405020304" pitchFamily="18" charset="0"/>
                <a:cs typeface="Times New Roman" panose="02020603050405020304" pitchFamily="18" charset="0"/>
              </a:rPr>
              <a:t>đ</a:t>
            </a:r>
            <a:r>
              <a:rPr lang="en-US" altLang="en-US" sz="2400" b="0">
                <a:latin typeface="Times New Roman" panose="02020603050405020304" pitchFamily="18" charset="0"/>
                <a:cs typeface="Times New Roman" panose="02020603050405020304" pitchFamily="18" charset="0"/>
              </a:rPr>
              <a:t>ộng viên chuyên nghiệp, khi ở chế </a:t>
            </a:r>
            <a:r>
              <a:rPr lang="en-US" altLang="en-US" sz="2400" b="0">
                <a:latin typeface="Times New Roman" panose="02020603050405020304" pitchFamily="18" charset="0"/>
                <a:cs typeface="Times New Roman" panose="02020603050405020304" pitchFamily="18" charset="0"/>
              </a:rPr>
              <a:t>đ</a:t>
            </a:r>
            <a:r>
              <a:rPr lang="en-US" altLang="en-US" sz="2400" b="0">
                <a:latin typeface="Times New Roman" panose="02020603050405020304" pitchFamily="18" charset="0"/>
                <a:cs typeface="Times New Roman" panose="02020603050405020304" pitchFamily="18" charset="0"/>
              </a:rPr>
              <a:t>ộ nghỉ ngơi, nhịp tim trung bình của họ chỉ khoảng 40 nhịp một phút. </a:t>
            </a:r>
            <a:endParaRPr lang="en-US" sz="2400" b="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1"/>
          <a:srcRect r="9260" b="2025"/>
          <a:stretch>
            <a:fillRect/>
          </a:stretch>
        </p:blipFill>
        <p:spPr>
          <a:xfrm>
            <a:off x="5029200" y="1835785"/>
            <a:ext cx="3988435" cy="318643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US" sz="2800">
                <a:latin typeface="Times New Roman" panose="02020603050405020304" pitchFamily="18" charset="0"/>
                <a:cs typeface="Times New Roman" panose="02020603050405020304" pitchFamily="18" charset="0"/>
                <a:sym typeface="+mn-ea"/>
              </a:rPr>
              <a:t>Phần I : Ý tưởng thiết kế</a:t>
            </a:r>
            <a:endParaRPr lang="en-US" sz="2800"/>
          </a:p>
        </p:txBody>
      </p:sp>
      <p:sp>
        <p:nvSpPr>
          <p:cNvPr id="5" name="Content Placeholder 4"/>
          <p:cNvSpPr>
            <a:spLocks noGrp="1"/>
          </p:cNvSpPr>
          <p:nvPr>
            <p:ph idx="1"/>
          </p:nvPr>
        </p:nvSpPr>
        <p:spPr>
          <a:xfrm>
            <a:off x="457200" y="1323340"/>
            <a:ext cx="8924925" cy="4678680"/>
          </a:xfrm>
        </p:spPr>
        <p:txBody>
          <a:bodyPr/>
          <a:p>
            <a:pPr marL="457200" indent="-457200">
              <a:buFont typeface="+mj-lt"/>
              <a:buAutoNum type="arabicPeriod" startAt="4"/>
            </a:pPr>
            <a:r>
              <a:rPr lang="en-US" sz="2800">
                <a:latin typeface="Times New Roman" panose="02020603050405020304" pitchFamily="18" charset="0"/>
                <a:cs typeface="Times New Roman" panose="02020603050405020304" pitchFamily="18" charset="0"/>
              </a:rPr>
              <a:t>Một số thiết bị đo nhịp tim hiện nay</a:t>
            </a:r>
            <a:endParaRPr lang="en-US" sz="2800">
              <a:latin typeface="Times New Roman" panose="02020603050405020304" pitchFamily="18" charset="0"/>
              <a:cs typeface="Times New Roman" panose="02020603050405020304" pitchFamily="18" charset="0"/>
            </a:endParaRPr>
          </a:p>
        </p:txBody>
      </p:sp>
      <p:graphicFrame>
        <p:nvGraphicFramePr>
          <p:cNvPr id="8" name="Table 7"/>
          <p:cNvGraphicFramePr/>
          <p:nvPr>
            <p:custDataLst>
              <p:tags r:id="rId1"/>
            </p:custDataLst>
          </p:nvPr>
        </p:nvGraphicFramePr>
        <p:xfrm>
          <a:off x="533400" y="1828800"/>
          <a:ext cx="8067675" cy="4013835"/>
        </p:xfrm>
        <a:graphic>
          <a:graphicData uri="http://schemas.openxmlformats.org/drawingml/2006/table">
            <a:tbl>
              <a:tblPr/>
              <a:tblGrid>
                <a:gridCol w="1613535"/>
                <a:gridCol w="1613535"/>
                <a:gridCol w="1613535"/>
                <a:gridCol w="1613535"/>
                <a:gridCol w="1613535"/>
              </a:tblGrid>
              <a:tr h="670560">
                <a:tc>
                  <a:txBody>
                    <a:bodyPr/>
                    <a:p>
                      <a:pPr marL="0" indent="0">
                        <a:spcBef>
                          <a:spcPct val="0"/>
                        </a:spcBef>
                        <a:spcAft>
                          <a:spcPct val="0"/>
                        </a:spcAft>
                      </a:pPr>
                      <a:r>
                        <a:rPr lang="en-US" sz="1800">
                          <a:solidFill>
                            <a:srgbClr val="1B1C1D"/>
                          </a:solidFill>
                          <a:latin typeface="Times New Roman" panose="02020603050405020304" pitchFamily="18" charset="0"/>
                          <a:ea typeface="Google Sans Text"/>
                          <a:cs typeface="Times New Roman" panose="02020603050405020304" pitchFamily="18" charset="0"/>
                        </a:rPr>
                        <a:t>Các thiết bị </a:t>
                      </a:r>
                      <a:endParaRPr lang="en-US" sz="1800">
                        <a:solidFill>
                          <a:srgbClr val="1B1C1D"/>
                        </a:solidFill>
                        <a:latin typeface="Times New Roman" panose="02020603050405020304" pitchFamily="18" charset="0"/>
                        <a:ea typeface="Google Sans Text"/>
                        <a:cs typeface="Times New Roman" panose="02020603050405020304" pitchFamily="18" charset="0"/>
                      </a:endParaRPr>
                    </a:p>
                  </a:txBody>
                  <a:tcPr marL="91757" marR="91757" marT="61277" marB="61277" anchor="ctr" anchorCtr="0">
                    <a:lnL w="7620" cap="flat" cmpd="sng">
                      <a:solidFill>
                        <a:srgbClr val="000000"/>
                      </a:solidFill>
                      <a:prstDash val="solid"/>
                      <a:headEnd type="none" w="med" len="med"/>
                      <a:tailEnd type="none" w="med" len="med"/>
                    </a:lnL>
                    <a:lnR w="7620" cap="flat" cmpd="sng">
                      <a:solidFill>
                        <a:srgbClr val="000000"/>
                      </a:solidFill>
                      <a:prstDash val="solid"/>
                      <a:headEnd type="none" w="med" len="med"/>
                      <a:tailEnd type="none" w="med" len="med"/>
                    </a:lnR>
                    <a:lnT w="7620" cap="flat" cmpd="sng">
                      <a:solidFill>
                        <a:srgbClr val="000000"/>
                      </a:solidFill>
                      <a:prstDash val="solid"/>
                      <a:headEnd type="none" w="med" len="med"/>
                      <a:tailEnd type="none" w="med" len="med"/>
                    </a:lnT>
                    <a:lnB w="7620" cap="flat" cmpd="sng">
                      <a:solidFill>
                        <a:srgbClr val="000000"/>
                      </a:solidFill>
                      <a:prstDash val="solid"/>
                      <a:headEnd type="none" w="med" len="med"/>
                      <a:tailEnd type="none" w="med" len="med"/>
                    </a:lnB>
                    <a:noFill/>
                  </a:tcPr>
                </a:tc>
                <a:tc>
                  <a:txBody>
                    <a:bodyPr/>
                    <a:p>
                      <a:pPr marL="0" indent="0">
                        <a:spcBef>
                          <a:spcPct val="0"/>
                        </a:spcBef>
                        <a:spcAft>
                          <a:spcPct val="0"/>
                        </a:spcAft>
                      </a:pPr>
                      <a:r>
                        <a:rPr sz="1800">
                          <a:solidFill>
                            <a:srgbClr val="1B1C1D"/>
                          </a:solidFill>
                          <a:latin typeface="Times New Roman" panose="02020603050405020304" pitchFamily="18" charset="0"/>
                          <a:ea typeface="Google Sans Text"/>
                          <a:cs typeface="Times New Roman" panose="02020603050405020304" pitchFamily="18" charset="0"/>
                        </a:rPr>
                        <a:t>Công nghệ cảm biến</a:t>
                      </a:r>
                      <a:endParaRPr sz="1800">
                        <a:solidFill>
                          <a:srgbClr val="1B1C1D"/>
                        </a:solidFill>
                        <a:latin typeface="Times New Roman" panose="02020603050405020304" pitchFamily="18" charset="0"/>
                        <a:ea typeface="Google Sans Text"/>
                        <a:cs typeface="Times New Roman" panose="02020603050405020304" pitchFamily="18" charset="0"/>
                      </a:endParaRPr>
                    </a:p>
                  </a:txBody>
                  <a:tcPr marL="91757" marR="91757" marT="61277" marB="61277" anchor="ctr" anchorCtr="0">
                    <a:lnL w="7620" cap="flat" cmpd="sng">
                      <a:solidFill>
                        <a:srgbClr val="000000"/>
                      </a:solidFill>
                      <a:prstDash val="solid"/>
                      <a:headEnd type="none" w="med" len="med"/>
                      <a:tailEnd type="none" w="med" len="med"/>
                    </a:lnL>
                    <a:lnR w="7620" cap="flat" cmpd="sng">
                      <a:solidFill>
                        <a:srgbClr val="000000"/>
                      </a:solidFill>
                      <a:prstDash val="solid"/>
                      <a:headEnd type="none" w="med" len="med"/>
                      <a:tailEnd type="none" w="med" len="med"/>
                    </a:lnR>
                    <a:lnT w="7620" cap="flat" cmpd="sng">
                      <a:solidFill>
                        <a:srgbClr val="000000"/>
                      </a:solidFill>
                      <a:prstDash val="solid"/>
                      <a:headEnd type="none" w="med" len="med"/>
                      <a:tailEnd type="none" w="med" len="med"/>
                    </a:lnT>
                    <a:lnB w="7620" cap="flat" cmpd="sng">
                      <a:solidFill>
                        <a:srgbClr val="000000"/>
                      </a:solidFill>
                      <a:prstDash val="solid"/>
                      <a:headEnd type="none" w="med" len="med"/>
                      <a:tailEnd type="none" w="med" len="med"/>
                    </a:lnB>
                    <a:noFill/>
                  </a:tcPr>
                </a:tc>
                <a:tc>
                  <a:txBody>
                    <a:bodyPr/>
                    <a:p>
                      <a:pPr marL="0" indent="0">
                        <a:spcBef>
                          <a:spcPct val="0"/>
                        </a:spcBef>
                        <a:spcAft>
                          <a:spcPct val="0"/>
                        </a:spcAft>
                      </a:pPr>
                      <a:r>
                        <a:rPr sz="1800">
                          <a:solidFill>
                            <a:srgbClr val="1B1C1D"/>
                          </a:solidFill>
                          <a:latin typeface="Times New Roman" panose="02020603050405020304" pitchFamily="18" charset="0"/>
                          <a:ea typeface="Google Sans Text"/>
                          <a:cs typeface="Times New Roman" panose="02020603050405020304" pitchFamily="18" charset="0"/>
                        </a:rPr>
                        <a:t>Dải đo</a:t>
                      </a:r>
                      <a:endParaRPr sz="1800">
                        <a:solidFill>
                          <a:srgbClr val="1B1C1D"/>
                        </a:solidFill>
                        <a:latin typeface="Times New Roman" panose="02020603050405020304" pitchFamily="18" charset="0"/>
                        <a:ea typeface="Google Sans Text"/>
                        <a:cs typeface="Times New Roman" panose="02020603050405020304" pitchFamily="18" charset="0"/>
                      </a:endParaRPr>
                    </a:p>
                  </a:txBody>
                  <a:tcPr marL="91757" marR="91757" marT="61277" marB="61277" anchor="ctr" anchorCtr="0">
                    <a:lnL w="7620" cap="flat" cmpd="sng">
                      <a:solidFill>
                        <a:srgbClr val="000000"/>
                      </a:solidFill>
                      <a:prstDash val="solid"/>
                      <a:headEnd type="none" w="med" len="med"/>
                      <a:tailEnd type="none" w="med" len="med"/>
                    </a:lnL>
                    <a:lnR w="7620" cap="flat" cmpd="sng">
                      <a:solidFill>
                        <a:srgbClr val="000000"/>
                      </a:solidFill>
                      <a:prstDash val="solid"/>
                      <a:headEnd type="none" w="med" len="med"/>
                      <a:tailEnd type="none" w="med" len="med"/>
                    </a:lnR>
                    <a:lnT w="7620" cap="flat" cmpd="sng">
                      <a:solidFill>
                        <a:srgbClr val="000000"/>
                      </a:solidFill>
                      <a:prstDash val="solid"/>
                      <a:headEnd type="none" w="med" len="med"/>
                      <a:tailEnd type="none" w="med" len="med"/>
                    </a:lnT>
                    <a:lnB w="7620" cap="flat" cmpd="sng">
                      <a:solidFill>
                        <a:srgbClr val="000000"/>
                      </a:solidFill>
                      <a:prstDash val="solid"/>
                      <a:headEnd type="none" w="med" len="med"/>
                      <a:tailEnd type="none" w="med" len="med"/>
                    </a:lnB>
                    <a:noFill/>
                  </a:tcPr>
                </a:tc>
                <a:tc>
                  <a:txBody>
                    <a:bodyPr/>
                    <a:p>
                      <a:pPr marL="0" indent="0">
                        <a:spcBef>
                          <a:spcPct val="0"/>
                        </a:spcBef>
                        <a:spcAft>
                          <a:spcPct val="0"/>
                        </a:spcAft>
                      </a:pPr>
                      <a:r>
                        <a:rPr sz="1800">
                          <a:solidFill>
                            <a:srgbClr val="1B1C1D"/>
                          </a:solidFill>
                          <a:latin typeface="Times New Roman" panose="02020603050405020304" pitchFamily="18" charset="0"/>
                          <a:ea typeface="Google Sans Text"/>
                          <a:cs typeface="Times New Roman" panose="02020603050405020304" pitchFamily="18" charset="0"/>
                        </a:rPr>
                        <a:t>Công nghệ truyền thông</a:t>
                      </a:r>
                      <a:endParaRPr sz="1800">
                        <a:solidFill>
                          <a:srgbClr val="1B1C1D"/>
                        </a:solidFill>
                        <a:latin typeface="Times New Roman" panose="02020603050405020304" pitchFamily="18" charset="0"/>
                        <a:ea typeface="Google Sans Text"/>
                        <a:cs typeface="Times New Roman" panose="02020603050405020304" pitchFamily="18" charset="0"/>
                      </a:endParaRPr>
                    </a:p>
                  </a:txBody>
                  <a:tcPr marL="91757" marR="91757" marT="61277" marB="61277" anchor="ctr" anchorCtr="0">
                    <a:lnL w="7620" cap="flat" cmpd="sng">
                      <a:solidFill>
                        <a:srgbClr val="000000"/>
                      </a:solidFill>
                      <a:prstDash val="solid"/>
                      <a:headEnd type="none" w="med" len="med"/>
                      <a:tailEnd type="none" w="med" len="med"/>
                    </a:lnL>
                    <a:lnR w="7620" cap="flat" cmpd="sng">
                      <a:solidFill>
                        <a:srgbClr val="000000"/>
                      </a:solidFill>
                      <a:prstDash val="solid"/>
                      <a:headEnd type="none" w="med" len="med"/>
                      <a:tailEnd type="none" w="med" len="med"/>
                    </a:lnR>
                    <a:lnT w="7620" cap="flat" cmpd="sng">
                      <a:solidFill>
                        <a:srgbClr val="000000"/>
                      </a:solidFill>
                      <a:prstDash val="solid"/>
                      <a:headEnd type="none" w="med" len="med"/>
                      <a:tailEnd type="none" w="med" len="med"/>
                    </a:lnT>
                    <a:lnB w="7620" cap="flat" cmpd="sng">
                      <a:solidFill>
                        <a:srgbClr val="000000"/>
                      </a:solidFill>
                      <a:prstDash val="solid"/>
                      <a:headEnd type="none" w="med" len="med"/>
                      <a:tailEnd type="none" w="med" len="med"/>
                    </a:lnB>
                    <a:noFill/>
                  </a:tcPr>
                </a:tc>
                <a:tc>
                  <a:txBody>
                    <a:bodyPr/>
                    <a:p>
                      <a:pPr marL="0" indent="0">
                        <a:spcBef>
                          <a:spcPct val="0"/>
                        </a:spcBef>
                        <a:spcAft>
                          <a:spcPct val="0"/>
                        </a:spcAft>
                      </a:pPr>
                      <a:r>
                        <a:rPr lang="en-US" sz="1800">
                          <a:solidFill>
                            <a:srgbClr val="1B1C1D"/>
                          </a:solidFill>
                          <a:latin typeface="Times New Roman" panose="02020603050405020304" pitchFamily="18" charset="0"/>
                          <a:ea typeface="Google Sans Text"/>
                          <a:cs typeface="Times New Roman" panose="02020603050405020304" pitchFamily="18" charset="0"/>
                        </a:rPr>
                        <a:t>Giá thành</a:t>
                      </a:r>
                      <a:endParaRPr lang="en-US" sz="1800">
                        <a:solidFill>
                          <a:srgbClr val="1B1C1D"/>
                        </a:solidFill>
                        <a:latin typeface="Times New Roman" panose="02020603050405020304" pitchFamily="18" charset="0"/>
                        <a:ea typeface="Google Sans Text"/>
                        <a:cs typeface="Times New Roman" panose="02020603050405020304" pitchFamily="18" charset="0"/>
                      </a:endParaRPr>
                    </a:p>
                  </a:txBody>
                  <a:tcPr marL="91757" marR="91757" marT="61277" marB="61277" anchor="ctr" anchorCtr="0">
                    <a:lnL w="7620" cap="flat" cmpd="sng">
                      <a:solidFill>
                        <a:srgbClr val="000000"/>
                      </a:solidFill>
                      <a:prstDash val="solid"/>
                      <a:headEnd type="none" w="med" len="med"/>
                      <a:tailEnd type="none" w="med" len="med"/>
                    </a:lnL>
                    <a:lnR w="7620" cap="flat" cmpd="sng">
                      <a:solidFill>
                        <a:srgbClr val="000000"/>
                      </a:solidFill>
                      <a:prstDash val="solid"/>
                      <a:headEnd type="none" w="med" len="med"/>
                      <a:tailEnd type="none" w="med" len="med"/>
                    </a:lnR>
                    <a:lnT w="7620" cap="flat" cmpd="sng">
                      <a:solidFill>
                        <a:srgbClr val="000000"/>
                      </a:solidFill>
                      <a:prstDash val="solid"/>
                      <a:headEnd type="none" w="med" len="med"/>
                      <a:tailEnd type="none" w="med" len="med"/>
                    </a:lnT>
                    <a:lnB w="7620" cap="flat" cmpd="sng">
                      <a:solidFill>
                        <a:srgbClr val="000000"/>
                      </a:solidFill>
                      <a:prstDash val="solid"/>
                      <a:headEnd type="none" w="med" len="med"/>
                      <a:tailEnd type="none" w="med" len="med"/>
                    </a:lnB>
                    <a:noFill/>
                  </a:tcPr>
                </a:tc>
              </a:tr>
              <a:tr h="670560">
                <a:tc>
                  <a:txBody>
                    <a:bodyPr/>
                    <a:p>
                      <a:pPr marL="0" indent="0">
                        <a:spcBef>
                          <a:spcPct val="0"/>
                        </a:spcBef>
                        <a:spcAft>
                          <a:spcPct val="0"/>
                        </a:spcAft>
                      </a:pPr>
                      <a:r>
                        <a:rPr lang="en-US" sz="1800" b="1">
                          <a:solidFill>
                            <a:srgbClr val="1B1C1D"/>
                          </a:solidFill>
                          <a:latin typeface="Times New Roman" panose="02020603050405020304" pitchFamily="18" charset="0"/>
                          <a:ea typeface="Google Sans Text"/>
                          <a:cs typeface="Times New Roman" panose="02020603050405020304" pitchFamily="18" charset="0"/>
                        </a:rPr>
                        <a:t>Smartwatch</a:t>
                      </a:r>
                      <a:endParaRPr lang="en-US" sz="1800" b="1">
                        <a:solidFill>
                          <a:srgbClr val="1B1C1D"/>
                        </a:solidFill>
                        <a:latin typeface="Times New Roman" panose="02020603050405020304" pitchFamily="18" charset="0"/>
                        <a:ea typeface="Google Sans Text"/>
                        <a:cs typeface="Times New Roman" panose="02020603050405020304" pitchFamily="18" charset="0"/>
                      </a:endParaRPr>
                    </a:p>
                  </a:txBody>
                  <a:tcPr marL="91757" marR="91757" marT="61277" marB="61277" anchor="ctr" anchorCtr="0">
                    <a:lnL w="7620" cap="flat" cmpd="sng">
                      <a:solidFill>
                        <a:srgbClr val="000000"/>
                      </a:solidFill>
                      <a:prstDash val="solid"/>
                      <a:headEnd type="none" w="med" len="med"/>
                      <a:tailEnd type="none" w="med" len="med"/>
                    </a:lnL>
                    <a:lnR w="7620" cap="flat" cmpd="sng">
                      <a:solidFill>
                        <a:srgbClr val="000000"/>
                      </a:solidFill>
                      <a:prstDash val="solid"/>
                      <a:headEnd type="none" w="med" len="med"/>
                      <a:tailEnd type="none" w="med" len="med"/>
                    </a:lnR>
                    <a:lnT w="7620" cap="flat" cmpd="sng">
                      <a:solidFill>
                        <a:srgbClr val="000000"/>
                      </a:solidFill>
                      <a:prstDash val="solid"/>
                      <a:headEnd type="none" w="med" len="med"/>
                      <a:tailEnd type="none" w="med" len="med"/>
                    </a:lnT>
                    <a:lnB w="7620" cap="flat" cmpd="sng">
                      <a:solidFill>
                        <a:srgbClr val="000000"/>
                      </a:solidFill>
                      <a:prstDash val="solid"/>
                      <a:headEnd type="none" w="med" len="med"/>
                      <a:tailEnd type="none" w="med" len="med"/>
                    </a:lnB>
                    <a:noFill/>
                  </a:tcPr>
                </a:tc>
                <a:tc>
                  <a:txBody>
                    <a:bodyPr/>
                    <a:p>
                      <a:pPr marL="0" indent="0">
                        <a:spcBef>
                          <a:spcPct val="0"/>
                        </a:spcBef>
                        <a:spcAft>
                          <a:spcPct val="0"/>
                        </a:spcAft>
                      </a:pPr>
                      <a:r>
                        <a:rPr sz="1800">
                          <a:solidFill>
                            <a:srgbClr val="1B1C1D"/>
                          </a:solidFill>
                          <a:latin typeface="Times New Roman" panose="02020603050405020304" pitchFamily="18" charset="0"/>
                          <a:ea typeface="Google Sans Text"/>
                          <a:cs typeface="Times New Roman" panose="02020603050405020304" pitchFamily="18" charset="0"/>
                        </a:rPr>
                        <a:t>PPG</a:t>
                      </a:r>
                      <a:endParaRPr lang="en-US" sz="1800">
                        <a:solidFill>
                          <a:srgbClr val="1B1C1D"/>
                        </a:solidFill>
                        <a:latin typeface="Times New Roman" panose="02020603050405020304" pitchFamily="18" charset="0"/>
                        <a:ea typeface="Google Sans Text"/>
                        <a:cs typeface="Times New Roman" panose="02020603050405020304" pitchFamily="18" charset="0"/>
                      </a:endParaRPr>
                    </a:p>
                  </a:txBody>
                  <a:tcPr marL="91757" marR="91757" marT="61277" marB="61277" anchor="ctr" anchorCtr="0">
                    <a:lnL w="7620" cap="flat" cmpd="sng">
                      <a:solidFill>
                        <a:srgbClr val="000000"/>
                      </a:solidFill>
                      <a:prstDash val="solid"/>
                      <a:headEnd type="none" w="med" len="med"/>
                      <a:tailEnd type="none" w="med" len="med"/>
                    </a:lnL>
                    <a:lnR w="7620" cap="flat" cmpd="sng">
                      <a:solidFill>
                        <a:srgbClr val="000000"/>
                      </a:solidFill>
                      <a:prstDash val="solid"/>
                      <a:headEnd type="none" w="med" len="med"/>
                      <a:tailEnd type="none" w="med" len="med"/>
                    </a:lnR>
                    <a:lnT w="7620" cap="flat" cmpd="sng">
                      <a:solidFill>
                        <a:srgbClr val="000000"/>
                      </a:solidFill>
                      <a:prstDash val="solid"/>
                      <a:headEnd type="none" w="med" len="med"/>
                      <a:tailEnd type="none" w="med" len="med"/>
                    </a:lnT>
                    <a:lnB w="7620" cap="flat" cmpd="sng">
                      <a:solidFill>
                        <a:srgbClr val="000000"/>
                      </a:solidFill>
                      <a:prstDash val="solid"/>
                      <a:headEnd type="none" w="med" len="med"/>
                      <a:tailEnd type="none" w="med" len="med"/>
                    </a:lnB>
                    <a:noFill/>
                  </a:tcPr>
                </a:tc>
                <a:tc>
                  <a:txBody>
                    <a:bodyPr/>
                    <a:p>
                      <a:pPr marL="0" indent="0">
                        <a:spcBef>
                          <a:spcPct val="0"/>
                        </a:spcBef>
                        <a:spcAft>
                          <a:spcPct val="0"/>
                        </a:spcAft>
                      </a:pPr>
                      <a:r>
                        <a:rPr lang="en-US" altLang="en-US" sz="1800">
                          <a:solidFill>
                            <a:srgbClr val="1B1C1D"/>
                          </a:solidFill>
                          <a:latin typeface="Times New Roman" panose="02020603050405020304" pitchFamily="18" charset="0"/>
                          <a:ea typeface="Google Sans Text"/>
                          <a:cs typeface="Times New Roman" panose="02020603050405020304" pitchFamily="18" charset="0"/>
                        </a:rPr>
                        <a:t>30 – 210 bpm</a:t>
                      </a:r>
                      <a:endParaRPr lang="en-US" altLang="en-US" sz="1800">
                        <a:solidFill>
                          <a:srgbClr val="1B1C1D"/>
                        </a:solidFill>
                        <a:latin typeface="Times New Roman" panose="02020603050405020304" pitchFamily="18" charset="0"/>
                        <a:ea typeface="Google Sans Text"/>
                        <a:cs typeface="Times New Roman" panose="02020603050405020304" pitchFamily="18" charset="0"/>
                      </a:endParaRPr>
                    </a:p>
                  </a:txBody>
                  <a:tcPr marL="91757" marR="91757" marT="61277" marB="61277" anchor="ctr" anchorCtr="0">
                    <a:lnL w="7620" cap="flat" cmpd="sng">
                      <a:solidFill>
                        <a:srgbClr val="000000"/>
                      </a:solidFill>
                      <a:prstDash val="solid"/>
                      <a:headEnd type="none" w="med" len="med"/>
                      <a:tailEnd type="none" w="med" len="med"/>
                    </a:lnL>
                    <a:lnR w="7620" cap="flat" cmpd="sng">
                      <a:solidFill>
                        <a:srgbClr val="000000"/>
                      </a:solidFill>
                      <a:prstDash val="solid"/>
                      <a:headEnd type="none" w="med" len="med"/>
                      <a:tailEnd type="none" w="med" len="med"/>
                    </a:lnR>
                    <a:lnT w="7620" cap="flat" cmpd="sng">
                      <a:solidFill>
                        <a:srgbClr val="000000"/>
                      </a:solidFill>
                      <a:prstDash val="solid"/>
                      <a:headEnd type="none" w="med" len="med"/>
                      <a:tailEnd type="none" w="med" len="med"/>
                    </a:lnT>
                    <a:lnB w="7620" cap="flat" cmpd="sng">
                      <a:solidFill>
                        <a:srgbClr val="000000"/>
                      </a:solidFill>
                      <a:prstDash val="solid"/>
                      <a:headEnd type="none" w="med" len="med"/>
                      <a:tailEnd type="none" w="med" len="med"/>
                    </a:lnB>
                    <a:noFill/>
                  </a:tcPr>
                </a:tc>
                <a:tc>
                  <a:txBody>
                    <a:bodyPr/>
                    <a:p>
                      <a:pPr marL="0" indent="0">
                        <a:spcBef>
                          <a:spcPct val="0"/>
                        </a:spcBef>
                        <a:spcAft>
                          <a:spcPct val="0"/>
                        </a:spcAft>
                      </a:pPr>
                      <a:r>
                        <a:rPr sz="1800">
                          <a:solidFill>
                            <a:srgbClr val="1B1C1D"/>
                          </a:solidFill>
                          <a:latin typeface="Times New Roman" panose="02020603050405020304" pitchFamily="18" charset="0"/>
                          <a:ea typeface="Google Sans Text"/>
                          <a:cs typeface="Times New Roman" panose="02020603050405020304" pitchFamily="18" charset="0"/>
                        </a:rPr>
                        <a:t>WiFi</a:t>
                      </a:r>
                      <a:r>
                        <a:rPr lang="en-US" sz="1800">
                          <a:solidFill>
                            <a:srgbClr val="1B1C1D"/>
                          </a:solidFill>
                          <a:latin typeface="Times New Roman" panose="02020603050405020304" pitchFamily="18" charset="0"/>
                          <a:ea typeface="Google Sans Text"/>
                          <a:cs typeface="Times New Roman" panose="02020603050405020304" pitchFamily="18" charset="0"/>
                        </a:rPr>
                        <a:t>, </a:t>
                      </a:r>
                      <a:r>
                        <a:rPr sz="1800">
                          <a:solidFill>
                            <a:srgbClr val="1B1C1D"/>
                          </a:solidFill>
                          <a:latin typeface="Times New Roman" panose="02020603050405020304" pitchFamily="18" charset="0"/>
                          <a:ea typeface="Google Sans Text"/>
                          <a:cs typeface="Times New Roman" panose="02020603050405020304" pitchFamily="18" charset="0"/>
                          <a:sym typeface="+mn-ea"/>
                        </a:rPr>
                        <a:t>BLE</a:t>
                      </a:r>
                      <a:endParaRPr lang="en-US" sz="1800">
                        <a:solidFill>
                          <a:srgbClr val="1B1C1D"/>
                        </a:solidFill>
                        <a:latin typeface="Times New Roman" panose="02020603050405020304" pitchFamily="18" charset="0"/>
                        <a:ea typeface="Google Sans Text"/>
                        <a:cs typeface="Times New Roman" panose="02020603050405020304" pitchFamily="18" charset="0"/>
                      </a:endParaRPr>
                    </a:p>
                  </a:txBody>
                  <a:tcPr marL="91757" marR="91757" marT="61277" marB="61277" anchor="ctr" anchorCtr="0">
                    <a:lnL w="7620" cap="flat" cmpd="sng">
                      <a:solidFill>
                        <a:srgbClr val="000000"/>
                      </a:solidFill>
                      <a:prstDash val="solid"/>
                      <a:headEnd type="none" w="med" len="med"/>
                      <a:tailEnd type="none" w="med" len="med"/>
                    </a:lnL>
                    <a:lnR w="7620" cap="flat" cmpd="sng">
                      <a:solidFill>
                        <a:srgbClr val="000000"/>
                      </a:solidFill>
                      <a:prstDash val="solid"/>
                      <a:headEnd type="none" w="med" len="med"/>
                      <a:tailEnd type="none" w="med" len="med"/>
                    </a:lnR>
                    <a:lnT w="7620" cap="flat" cmpd="sng">
                      <a:solidFill>
                        <a:srgbClr val="000000"/>
                      </a:solidFill>
                      <a:prstDash val="solid"/>
                      <a:headEnd type="none" w="med" len="med"/>
                      <a:tailEnd type="none" w="med" len="med"/>
                    </a:lnT>
                    <a:lnB w="7620" cap="flat" cmpd="sng">
                      <a:solidFill>
                        <a:srgbClr val="000000"/>
                      </a:solidFill>
                      <a:prstDash val="solid"/>
                      <a:headEnd type="none" w="med" len="med"/>
                      <a:tailEnd type="none" w="med" len="med"/>
                    </a:lnB>
                    <a:noFill/>
                  </a:tcPr>
                </a:tc>
                <a:tc>
                  <a:txBody>
                    <a:bodyPr/>
                    <a:p>
                      <a:pPr marL="0" indent="0">
                        <a:spcBef>
                          <a:spcPct val="0"/>
                        </a:spcBef>
                        <a:spcAft>
                          <a:spcPct val="0"/>
                        </a:spcAft>
                      </a:pPr>
                      <a:r>
                        <a:rPr lang="en-US" altLang="en-US" sz="1800">
                          <a:solidFill>
                            <a:srgbClr val="1B1C1D"/>
                          </a:solidFill>
                          <a:latin typeface="Times New Roman" panose="02020603050405020304" pitchFamily="18" charset="0"/>
                          <a:ea typeface="Google Sans Text"/>
                          <a:cs typeface="Times New Roman" panose="02020603050405020304" pitchFamily="18" charset="0"/>
                        </a:rPr>
                        <a:t>Cao</a:t>
                      </a:r>
                      <a:endParaRPr lang="en-US" altLang="en-US" sz="1800">
                        <a:solidFill>
                          <a:srgbClr val="1B1C1D"/>
                        </a:solidFill>
                        <a:latin typeface="Times New Roman" panose="02020603050405020304" pitchFamily="18" charset="0"/>
                        <a:ea typeface="Google Sans Text"/>
                        <a:cs typeface="Times New Roman" panose="02020603050405020304" pitchFamily="18" charset="0"/>
                      </a:endParaRPr>
                    </a:p>
                  </a:txBody>
                  <a:tcPr marL="91757" marR="91757" marT="61277" marB="61277" anchor="ctr" anchorCtr="0">
                    <a:lnL w="7620" cap="flat" cmpd="sng">
                      <a:solidFill>
                        <a:srgbClr val="000000"/>
                      </a:solidFill>
                      <a:prstDash val="solid"/>
                      <a:headEnd type="none" w="med" len="med"/>
                      <a:tailEnd type="none" w="med" len="med"/>
                    </a:lnL>
                    <a:lnR w="7620" cap="flat" cmpd="sng">
                      <a:solidFill>
                        <a:srgbClr val="000000"/>
                      </a:solidFill>
                      <a:prstDash val="solid"/>
                      <a:headEnd type="none" w="med" len="med"/>
                      <a:tailEnd type="none" w="med" len="med"/>
                    </a:lnR>
                    <a:lnT w="7620" cap="flat" cmpd="sng">
                      <a:solidFill>
                        <a:srgbClr val="000000"/>
                      </a:solidFill>
                      <a:prstDash val="solid"/>
                      <a:headEnd type="none" w="med" len="med"/>
                      <a:tailEnd type="none" w="med" len="med"/>
                    </a:lnT>
                    <a:lnB w="7620" cap="flat" cmpd="sng">
                      <a:solidFill>
                        <a:srgbClr val="000000"/>
                      </a:solidFill>
                      <a:prstDash val="solid"/>
                      <a:headEnd type="none" w="med" len="med"/>
                      <a:tailEnd type="none" w="med" len="med"/>
                    </a:lnB>
                    <a:noFill/>
                  </a:tcPr>
                </a:tc>
              </a:tr>
              <a:tr h="863600">
                <a:tc>
                  <a:txBody>
                    <a:bodyPr/>
                    <a:p>
                      <a:pPr marL="0" indent="0">
                        <a:spcBef>
                          <a:spcPct val="0"/>
                        </a:spcBef>
                        <a:spcAft>
                          <a:spcPct val="0"/>
                        </a:spcAft>
                      </a:pPr>
                      <a:r>
                        <a:rPr lang="en-US" altLang="en-US" sz="1800" b="1">
                          <a:solidFill>
                            <a:srgbClr val="1B1C1D"/>
                          </a:solidFill>
                          <a:latin typeface="Times New Roman" panose="02020603050405020304" pitchFamily="18" charset="0"/>
                          <a:ea typeface="Google Sans Text"/>
                          <a:cs typeface="Times New Roman" panose="02020603050405020304" pitchFamily="18" charset="0"/>
                        </a:rPr>
                        <a:t>Vòng </a:t>
                      </a:r>
                      <a:r>
                        <a:rPr lang="en-US" altLang="en-US" sz="1800" b="1">
                          <a:solidFill>
                            <a:srgbClr val="1B1C1D"/>
                          </a:solidFill>
                          <a:latin typeface="Times New Roman" panose="02020603050405020304" pitchFamily="18" charset="0"/>
                          <a:ea typeface="Google Sans Text"/>
                          <a:cs typeface="Times New Roman" panose="02020603050405020304" pitchFamily="18" charset="0"/>
                        </a:rPr>
                        <a:t>đ</a:t>
                      </a:r>
                      <a:r>
                        <a:rPr lang="en-US" altLang="en-US" sz="1800" b="1">
                          <a:solidFill>
                            <a:srgbClr val="1B1C1D"/>
                          </a:solidFill>
                          <a:latin typeface="Times New Roman" panose="02020603050405020304" pitchFamily="18" charset="0"/>
                          <a:ea typeface="Google Sans Text"/>
                          <a:cs typeface="Times New Roman" panose="02020603050405020304" pitchFamily="18" charset="0"/>
                        </a:rPr>
                        <a:t>eo tay theo d</a:t>
                      </a:r>
                      <a:r>
                        <a:rPr lang="en-US" altLang="en-US" sz="1800" b="1">
                          <a:solidFill>
                            <a:srgbClr val="1B1C1D"/>
                          </a:solidFill>
                          <a:latin typeface="Times New Roman" panose="02020603050405020304" pitchFamily="18" charset="0"/>
                          <a:ea typeface="Google Sans Text"/>
                          <a:cs typeface="Times New Roman" panose="02020603050405020304" pitchFamily="18" charset="0"/>
                        </a:rPr>
                        <a:t>õ</a:t>
                      </a:r>
                      <a:r>
                        <a:rPr lang="en-US" altLang="en-US" sz="1800" b="1">
                          <a:solidFill>
                            <a:srgbClr val="1B1C1D"/>
                          </a:solidFill>
                          <a:latin typeface="Times New Roman" panose="02020603050405020304" pitchFamily="18" charset="0"/>
                          <a:ea typeface="Google Sans Text"/>
                          <a:cs typeface="Times New Roman" panose="02020603050405020304" pitchFamily="18" charset="0"/>
                        </a:rPr>
                        <a:t>i sức khỏe</a:t>
                      </a:r>
                      <a:endParaRPr lang="en-US" altLang="en-US" sz="1800" b="1">
                        <a:solidFill>
                          <a:srgbClr val="1B1C1D"/>
                        </a:solidFill>
                        <a:latin typeface="Times New Roman" panose="02020603050405020304" pitchFamily="18" charset="0"/>
                        <a:ea typeface="Google Sans Text"/>
                        <a:cs typeface="Times New Roman" panose="02020603050405020304" pitchFamily="18" charset="0"/>
                      </a:endParaRPr>
                    </a:p>
                  </a:txBody>
                  <a:tcPr marL="91757" marR="91757" marT="61277" marB="61277" anchor="ctr" anchorCtr="0">
                    <a:lnL w="7620" cap="flat" cmpd="sng">
                      <a:solidFill>
                        <a:srgbClr val="000000"/>
                      </a:solidFill>
                      <a:prstDash val="solid"/>
                      <a:headEnd type="none" w="med" len="med"/>
                      <a:tailEnd type="none" w="med" len="med"/>
                    </a:lnL>
                    <a:lnR w="7620" cap="flat" cmpd="sng">
                      <a:solidFill>
                        <a:srgbClr val="000000"/>
                      </a:solidFill>
                      <a:prstDash val="solid"/>
                      <a:headEnd type="none" w="med" len="med"/>
                      <a:tailEnd type="none" w="med" len="med"/>
                    </a:lnR>
                    <a:lnT w="7620" cap="flat" cmpd="sng">
                      <a:solidFill>
                        <a:srgbClr val="000000"/>
                      </a:solidFill>
                      <a:prstDash val="solid"/>
                      <a:headEnd type="none" w="med" len="med"/>
                      <a:tailEnd type="none" w="med" len="med"/>
                    </a:lnT>
                    <a:lnB w="7620" cap="flat" cmpd="sng">
                      <a:solidFill>
                        <a:srgbClr val="000000"/>
                      </a:solidFill>
                      <a:prstDash val="solid"/>
                      <a:headEnd type="none" w="med" len="med"/>
                      <a:tailEnd type="none" w="med" len="med"/>
                    </a:lnB>
                    <a:noFill/>
                  </a:tcPr>
                </a:tc>
                <a:tc>
                  <a:txBody>
                    <a:bodyPr/>
                    <a:p>
                      <a:pPr marL="0" indent="0">
                        <a:spcBef>
                          <a:spcPct val="0"/>
                        </a:spcBef>
                        <a:spcAft>
                          <a:spcPct val="0"/>
                        </a:spcAft>
                      </a:pPr>
                      <a:r>
                        <a:rPr lang="en-US" altLang="en-US" sz="1800">
                          <a:solidFill>
                            <a:srgbClr val="1B1C1D"/>
                          </a:solidFill>
                          <a:latin typeface="Times New Roman" panose="02020603050405020304" pitchFamily="18" charset="0"/>
                          <a:ea typeface="Google Sans Text"/>
                          <a:cs typeface="Times New Roman" panose="02020603050405020304" pitchFamily="18" charset="0"/>
                        </a:rPr>
                        <a:t>PPG</a:t>
                      </a:r>
                      <a:endParaRPr lang="en-US" altLang="en-US" sz="1800">
                        <a:solidFill>
                          <a:srgbClr val="1B1C1D"/>
                        </a:solidFill>
                        <a:latin typeface="Times New Roman" panose="02020603050405020304" pitchFamily="18" charset="0"/>
                        <a:ea typeface="Google Sans Text"/>
                        <a:cs typeface="Times New Roman" panose="02020603050405020304" pitchFamily="18" charset="0"/>
                      </a:endParaRPr>
                    </a:p>
                  </a:txBody>
                  <a:tcPr marL="91757" marR="91757" marT="61277" marB="61277" anchor="ctr" anchorCtr="0">
                    <a:lnL w="7620" cap="flat" cmpd="sng">
                      <a:solidFill>
                        <a:srgbClr val="000000"/>
                      </a:solidFill>
                      <a:prstDash val="solid"/>
                      <a:headEnd type="none" w="med" len="med"/>
                      <a:tailEnd type="none" w="med" len="med"/>
                    </a:lnL>
                    <a:lnR w="7620" cap="flat" cmpd="sng">
                      <a:solidFill>
                        <a:srgbClr val="000000"/>
                      </a:solidFill>
                      <a:prstDash val="solid"/>
                      <a:headEnd type="none" w="med" len="med"/>
                      <a:tailEnd type="none" w="med" len="med"/>
                    </a:lnR>
                    <a:lnT w="7620" cap="flat" cmpd="sng">
                      <a:solidFill>
                        <a:srgbClr val="000000"/>
                      </a:solidFill>
                      <a:prstDash val="solid"/>
                      <a:headEnd type="none" w="med" len="med"/>
                      <a:tailEnd type="none" w="med" len="med"/>
                    </a:lnT>
                    <a:lnB w="7620" cap="flat" cmpd="sng">
                      <a:solidFill>
                        <a:srgbClr val="000000"/>
                      </a:solidFill>
                      <a:prstDash val="solid"/>
                      <a:headEnd type="none" w="med" len="med"/>
                      <a:tailEnd type="none" w="med" len="med"/>
                    </a:lnB>
                    <a:noFill/>
                  </a:tcPr>
                </a:tc>
                <a:tc>
                  <a:txBody>
                    <a:bodyPr/>
                    <a:p>
                      <a:pPr marL="0" indent="0">
                        <a:spcBef>
                          <a:spcPct val="0"/>
                        </a:spcBef>
                        <a:spcAft>
                          <a:spcPct val="0"/>
                        </a:spcAft>
                      </a:pPr>
                      <a:r>
                        <a:rPr lang="en-US" altLang="en-US" sz="1800">
                          <a:solidFill>
                            <a:srgbClr val="1B1C1D"/>
                          </a:solidFill>
                          <a:latin typeface="Times New Roman" panose="02020603050405020304" pitchFamily="18" charset="0"/>
                          <a:ea typeface="Google Sans Text"/>
                          <a:cs typeface="Times New Roman" panose="02020603050405020304" pitchFamily="18" charset="0"/>
                        </a:rPr>
                        <a:t>~30 – 210 bpm</a:t>
                      </a:r>
                      <a:endParaRPr lang="en-US" altLang="en-US" sz="1800">
                        <a:solidFill>
                          <a:srgbClr val="1B1C1D"/>
                        </a:solidFill>
                        <a:latin typeface="Times New Roman" panose="02020603050405020304" pitchFamily="18" charset="0"/>
                        <a:ea typeface="Google Sans Text"/>
                        <a:cs typeface="Times New Roman" panose="02020603050405020304" pitchFamily="18" charset="0"/>
                      </a:endParaRPr>
                    </a:p>
                  </a:txBody>
                  <a:tcPr marL="91757" marR="91757" marT="61277" marB="61277" anchor="ctr" anchorCtr="0">
                    <a:lnL w="7620" cap="flat" cmpd="sng">
                      <a:solidFill>
                        <a:srgbClr val="000000"/>
                      </a:solidFill>
                      <a:prstDash val="solid"/>
                      <a:headEnd type="none" w="med" len="med"/>
                      <a:tailEnd type="none" w="med" len="med"/>
                    </a:lnL>
                    <a:lnR w="7620" cap="flat" cmpd="sng">
                      <a:solidFill>
                        <a:srgbClr val="000000"/>
                      </a:solidFill>
                      <a:prstDash val="solid"/>
                      <a:headEnd type="none" w="med" len="med"/>
                      <a:tailEnd type="none" w="med" len="med"/>
                    </a:lnR>
                    <a:lnT w="7620" cap="flat" cmpd="sng">
                      <a:solidFill>
                        <a:srgbClr val="000000"/>
                      </a:solidFill>
                      <a:prstDash val="solid"/>
                      <a:headEnd type="none" w="med" len="med"/>
                      <a:tailEnd type="none" w="med" len="med"/>
                    </a:lnT>
                    <a:lnB w="7620" cap="flat" cmpd="sng">
                      <a:solidFill>
                        <a:srgbClr val="000000"/>
                      </a:solidFill>
                      <a:prstDash val="solid"/>
                      <a:headEnd type="none" w="med" len="med"/>
                      <a:tailEnd type="none" w="med" len="med"/>
                    </a:lnB>
                    <a:noFill/>
                  </a:tcPr>
                </a:tc>
                <a:tc>
                  <a:txBody>
                    <a:bodyPr/>
                    <a:p>
                      <a:pPr marL="0" indent="0">
                        <a:spcBef>
                          <a:spcPct val="0"/>
                        </a:spcBef>
                        <a:spcAft>
                          <a:spcPct val="0"/>
                        </a:spcAft>
                      </a:pPr>
                      <a:r>
                        <a:rPr sz="1800">
                          <a:solidFill>
                            <a:srgbClr val="1B1C1D"/>
                          </a:solidFill>
                          <a:latin typeface="Times New Roman" panose="02020603050405020304" pitchFamily="18" charset="0"/>
                          <a:ea typeface="Google Sans Text"/>
                          <a:cs typeface="Times New Roman" panose="02020603050405020304" pitchFamily="18" charset="0"/>
                        </a:rPr>
                        <a:t>BLE</a:t>
                      </a:r>
                      <a:endParaRPr sz="1800">
                        <a:solidFill>
                          <a:srgbClr val="1B1C1D"/>
                        </a:solidFill>
                        <a:latin typeface="Times New Roman" panose="02020603050405020304" pitchFamily="18" charset="0"/>
                        <a:ea typeface="Google Sans Text"/>
                        <a:cs typeface="Times New Roman" panose="02020603050405020304" pitchFamily="18" charset="0"/>
                      </a:endParaRPr>
                    </a:p>
                  </a:txBody>
                  <a:tcPr marL="91757" marR="91757" marT="61277" marB="61277" anchor="ctr" anchorCtr="0">
                    <a:lnL w="7620" cap="flat" cmpd="sng">
                      <a:solidFill>
                        <a:srgbClr val="000000"/>
                      </a:solidFill>
                      <a:prstDash val="solid"/>
                      <a:headEnd type="none" w="med" len="med"/>
                      <a:tailEnd type="none" w="med" len="med"/>
                    </a:lnL>
                    <a:lnR w="7620" cap="flat" cmpd="sng">
                      <a:solidFill>
                        <a:srgbClr val="000000"/>
                      </a:solidFill>
                      <a:prstDash val="solid"/>
                      <a:headEnd type="none" w="med" len="med"/>
                      <a:tailEnd type="none" w="med" len="med"/>
                    </a:lnR>
                    <a:lnT w="7620" cap="flat" cmpd="sng">
                      <a:solidFill>
                        <a:srgbClr val="000000"/>
                      </a:solidFill>
                      <a:prstDash val="solid"/>
                      <a:headEnd type="none" w="med" len="med"/>
                      <a:tailEnd type="none" w="med" len="med"/>
                    </a:lnT>
                    <a:lnB w="7620" cap="flat" cmpd="sng">
                      <a:solidFill>
                        <a:srgbClr val="000000"/>
                      </a:solidFill>
                      <a:prstDash val="solid"/>
                      <a:headEnd type="none" w="med" len="med"/>
                      <a:tailEnd type="none" w="med" len="med"/>
                    </a:lnB>
                    <a:noFill/>
                  </a:tcPr>
                </a:tc>
                <a:tc>
                  <a:txBody>
                    <a:bodyPr/>
                    <a:p>
                      <a:pPr marL="0" indent="0">
                        <a:spcBef>
                          <a:spcPct val="0"/>
                        </a:spcBef>
                        <a:spcAft>
                          <a:spcPct val="0"/>
                        </a:spcAft>
                      </a:pPr>
                      <a:r>
                        <a:rPr lang="en-US" altLang="en-US" sz="1800">
                          <a:solidFill>
                            <a:srgbClr val="1B1C1D"/>
                          </a:solidFill>
                          <a:latin typeface="Times New Roman" panose="02020603050405020304" pitchFamily="18" charset="0"/>
                          <a:ea typeface="Google Sans Text"/>
                          <a:cs typeface="Times New Roman" panose="02020603050405020304" pitchFamily="18" charset="0"/>
                        </a:rPr>
                        <a:t>Cao</a:t>
                      </a:r>
                      <a:endParaRPr lang="en-US" altLang="en-US" sz="1800">
                        <a:solidFill>
                          <a:srgbClr val="1B1C1D"/>
                        </a:solidFill>
                        <a:latin typeface="Times New Roman" panose="02020603050405020304" pitchFamily="18" charset="0"/>
                        <a:ea typeface="Google Sans Text"/>
                        <a:cs typeface="Times New Roman" panose="02020603050405020304" pitchFamily="18" charset="0"/>
                      </a:endParaRPr>
                    </a:p>
                  </a:txBody>
                  <a:tcPr marL="91757" marR="91757" marT="61277" marB="61277" anchor="ctr" anchorCtr="0">
                    <a:lnL w="7620" cap="flat" cmpd="sng">
                      <a:solidFill>
                        <a:srgbClr val="000000"/>
                      </a:solidFill>
                      <a:prstDash val="solid"/>
                      <a:headEnd type="none" w="med" len="med"/>
                      <a:tailEnd type="none" w="med" len="med"/>
                    </a:lnL>
                    <a:lnR w="7620" cap="flat" cmpd="sng">
                      <a:solidFill>
                        <a:srgbClr val="000000"/>
                      </a:solidFill>
                      <a:prstDash val="solid"/>
                      <a:headEnd type="none" w="med" len="med"/>
                      <a:tailEnd type="none" w="med" len="med"/>
                    </a:lnR>
                    <a:lnT w="7620" cap="flat" cmpd="sng">
                      <a:solidFill>
                        <a:srgbClr val="000000"/>
                      </a:solidFill>
                      <a:prstDash val="solid"/>
                      <a:headEnd type="none" w="med" len="med"/>
                      <a:tailEnd type="none" w="med" len="med"/>
                    </a:lnT>
                    <a:lnB w="7620" cap="flat" cmpd="sng">
                      <a:solidFill>
                        <a:srgbClr val="000000"/>
                      </a:solidFill>
                      <a:prstDash val="solid"/>
                      <a:headEnd type="none" w="med" len="med"/>
                      <a:tailEnd type="none" w="med" len="med"/>
                    </a:lnB>
                    <a:noFill/>
                  </a:tcPr>
                </a:tc>
              </a:tr>
              <a:tr h="864235">
                <a:tc>
                  <a:txBody>
                    <a:bodyPr/>
                    <a:p>
                      <a:pPr marL="0" indent="0">
                        <a:spcBef>
                          <a:spcPct val="0"/>
                        </a:spcBef>
                        <a:spcAft>
                          <a:spcPct val="0"/>
                        </a:spcAft>
                      </a:pPr>
                      <a:r>
                        <a:rPr lang="en-US" altLang="en-US" sz="1800" b="1">
                          <a:solidFill>
                            <a:srgbClr val="1B1C1D"/>
                          </a:solidFill>
                          <a:latin typeface="Times New Roman" panose="02020603050405020304" pitchFamily="18" charset="0"/>
                          <a:ea typeface="Google Sans Text"/>
                          <a:cs typeface="Times New Roman" panose="02020603050405020304" pitchFamily="18" charset="0"/>
                        </a:rPr>
                        <a:t>device trợ tim</a:t>
                      </a:r>
                      <a:endParaRPr lang="en-US" altLang="en-US" sz="1800" b="1">
                        <a:solidFill>
                          <a:srgbClr val="1B1C1D"/>
                        </a:solidFill>
                        <a:latin typeface="Times New Roman" panose="02020603050405020304" pitchFamily="18" charset="0"/>
                        <a:ea typeface="Google Sans Text"/>
                        <a:cs typeface="Times New Roman" panose="02020603050405020304" pitchFamily="18" charset="0"/>
                      </a:endParaRPr>
                    </a:p>
                  </a:txBody>
                  <a:tcPr marL="91757" marR="91757" marT="61277" marB="61277" anchor="ctr" anchorCtr="0">
                    <a:lnL w="7620" cap="flat" cmpd="sng">
                      <a:solidFill>
                        <a:srgbClr val="000000"/>
                      </a:solidFill>
                      <a:prstDash val="solid"/>
                      <a:headEnd type="none" w="med" len="med"/>
                      <a:tailEnd type="none" w="med" len="med"/>
                    </a:lnL>
                    <a:lnR w="7620" cap="flat" cmpd="sng">
                      <a:solidFill>
                        <a:srgbClr val="000000"/>
                      </a:solidFill>
                      <a:prstDash val="solid"/>
                      <a:headEnd type="none" w="med" len="med"/>
                      <a:tailEnd type="none" w="med" len="med"/>
                    </a:lnR>
                    <a:lnT w="7620" cap="flat" cmpd="sng">
                      <a:solidFill>
                        <a:srgbClr val="000000"/>
                      </a:solidFill>
                      <a:prstDash val="solid"/>
                      <a:headEnd type="none" w="med" len="med"/>
                      <a:tailEnd type="none" w="med" len="med"/>
                    </a:lnT>
                    <a:lnB w="7620" cap="flat" cmpd="sng">
                      <a:solidFill>
                        <a:srgbClr val="000000"/>
                      </a:solidFill>
                      <a:prstDash val="solid"/>
                      <a:headEnd type="none" w="med" len="med"/>
                      <a:tailEnd type="none" w="med" len="med"/>
                    </a:lnB>
                    <a:noFill/>
                  </a:tcPr>
                </a:tc>
                <a:tc>
                  <a:txBody>
                    <a:bodyPr/>
                    <a:p>
                      <a:pPr marL="0" indent="0">
                        <a:spcBef>
                          <a:spcPct val="0"/>
                        </a:spcBef>
                        <a:spcAft>
                          <a:spcPct val="0"/>
                        </a:spcAft>
                      </a:pPr>
                      <a:r>
                        <a:rPr lang="en-US" altLang="en-US" sz="1800">
                          <a:solidFill>
                            <a:srgbClr val="1B1C1D"/>
                          </a:solidFill>
                          <a:latin typeface="Times New Roman" panose="02020603050405020304" pitchFamily="18" charset="0"/>
                          <a:ea typeface="Google Sans Text"/>
                          <a:cs typeface="Times New Roman" panose="02020603050405020304" pitchFamily="18" charset="0"/>
                        </a:rPr>
                        <a:t>ECG</a:t>
                      </a:r>
                      <a:endParaRPr lang="en-US" altLang="en-US" sz="1800">
                        <a:solidFill>
                          <a:srgbClr val="1B1C1D"/>
                        </a:solidFill>
                        <a:latin typeface="Times New Roman" panose="02020603050405020304" pitchFamily="18" charset="0"/>
                        <a:ea typeface="Google Sans Text"/>
                        <a:cs typeface="Times New Roman" panose="02020603050405020304" pitchFamily="18" charset="0"/>
                      </a:endParaRPr>
                    </a:p>
                  </a:txBody>
                  <a:tcPr marL="91757" marR="91757" marT="61277" marB="61277" anchor="ctr" anchorCtr="0">
                    <a:lnL w="7620" cap="flat" cmpd="sng">
                      <a:solidFill>
                        <a:srgbClr val="000000"/>
                      </a:solidFill>
                      <a:prstDash val="solid"/>
                      <a:headEnd type="none" w="med" len="med"/>
                      <a:tailEnd type="none" w="med" len="med"/>
                    </a:lnL>
                    <a:lnR w="7620" cap="flat" cmpd="sng">
                      <a:solidFill>
                        <a:srgbClr val="000000"/>
                      </a:solidFill>
                      <a:prstDash val="solid"/>
                      <a:headEnd type="none" w="med" len="med"/>
                      <a:tailEnd type="none" w="med" len="med"/>
                    </a:lnR>
                    <a:lnT w="7620" cap="flat" cmpd="sng">
                      <a:solidFill>
                        <a:srgbClr val="000000"/>
                      </a:solidFill>
                      <a:prstDash val="solid"/>
                      <a:headEnd type="none" w="med" len="med"/>
                      <a:tailEnd type="none" w="med" len="med"/>
                    </a:lnT>
                    <a:lnB w="7620" cap="flat" cmpd="sng">
                      <a:solidFill>
                        <a:srgbClr val="000000"/>
                      </a:solidFill>
                      <a:prstDash val="solid"/>
                      <a:headEnd type="none" w="med" len="med"/>
                      <a:tailEnd type="none" w="med" len="med"/>
                    </a:lnB>
                    <a:noFill/>
                  </a:tcPr>
                </a:tc>
                <a:tc>
                  <a:txBody>
                    <a:bodyPr/>
                    <a:p>
                      <a:pPr marL="0" indent="0">
                        <a:spcBef>
                          <a:spcPct val="0"/>
                        </a:spcBef>
                        <a:spcAft>
                          <a:spcPct val="0"/>
                        </a:spcAft>
                      </a:pPr>
                      <a:r>
                        <a:rPr lang="en-US" altLang="en-US" sz="1800">
                          <a:solidFill>
                            <a:srgbClr val="1B1C1D"/>
                          </a:solidFill>
                          <a:latin typeface="Times New Roman" panose="02020603050405020304" pitchFamily="18" charset="0"/>
                          <a:ea typeface="Google Sans Text"/>
                          <a:cs typeface="Times New Roman" panose="02020603050405020304" pitchFamily="18" charset="0"/>
                          <a:sym typeface="+mn-ea"/>
                        </a:rPr>
                        <a:t>30 – 250 bpm</a:t>
                      </a:r>
                      <a:endParaRPr lang="en-US" altLang="en-US" sz="1800">
                        <a:solidFill>
                          <a:srgbClr val="1B1C1D"/>
                        </a:solidFill>
                        <a:latin typeface="Times New Roman" panose="02020603050405020304" pitchFamily="18" charset="0"/>
                        <a:ea typeface="Google Sans Text"/>
                        <a:cs typeface="Times New Roman" panose="02020603050405020304" pitchFamily="18" charset="0"/>
                      </a:endParaRPr>
                    </a:p>
                  </a:txBody>
                  <a:tcPr marL="91757" marR="91757" marT="61277" marB="61277" anchor="ctr" anchorCtr="0">
                    <a:lnL w="7620" cap="flat" cmpd="sng">
                      <a:solidFill>
                        <a:srgbClr val="000000"/>
                      </a:solidFill>
                      <a:prstDash val="solid"/>
                      <a:headEnd type="none" w="med" len="med"/>
                      <a:tailEnd type="none" w="med" len="med"/>
                    </a:lnL>
                    <a:lnR w="7620" cap="flat" cmpd="sng">
                      <a:solidFill>
                        <a:srgbClr val="000000"/>
                      </a:solidFill>
                      <a:prstDash val="solid"/>
                      <a:headEnd type="none" w="med" len="med"/>
                      <a:tailEnd type="none" w="med" len="med"/>
                    </a:lnR>
                    <a:lnT w="7620" cap="flat" cmpd="sng">
                      <a:solidFill>
                        <a:srgbClr val="000000"/>
                      </a:solidFill>
                      <a:prstDash val="solid"/>
                      <a:headEnd type="none" w="med" len="med"/>
                      <a:tailEnd type="none" w="med" len="med"/>
                    </a:lnT>
                    <a:lnB w="7620" cap="flat" cmpd="sng">
                      <a:solidFill>
                        <a:srgbClr val="000000"/>
                      </a:solidFill>
                      <a:prstDash val="solid"/>
                      <a:headEnd type="none" w="med" len="med"/>
                      <a:tailEnd type="none" w="med" len="med"/>
                    </a:lnB>
                    <a:noFill/>
                  </a:tcPr>
                </a:tc>
                <a:tc>
                  <a:txBody>
                    <a:bodyPr/>
                    <a:p>
                      <a:pPr marL="0" indent="0">
                        <a:spcBef>
                          <a:spcPct val="0"/>
                        </a:spcBef>
                        <a:spcAft>
                          <a:spcPct val="0"/>
                        </a:spcAft>
                      </a:pPr>
                      <a:r>
                        <a:rPr sz="1800">
                          <a:solidFill>
                            <a:srgbClr val="1B1C1D"/>
                          </a:solidFill>
                          <a:latin typeface="Times New Roman" panose="02020603050405020304" pitchFamily="18" charset="0"/>
                          <a:ea typeface="Google Sans Text"/>
                          <a:cs typeface="Times New Roman" panose="02020603050405020304" pitchFamily="18" charset="0"/>
                        </a:rPr>
                        <a:t>BLE</a:t>
                      </a:r>
                      <a:r>
                        <a:rPr lang="en-US" sz="1800">
                          <a:solidFill>
                            <a:srgbClr val="1B1C1D"/>
                          </a:solidFill>
                          <a:latin typeface="Times New Roman" panose="02020603050405020304" pitchFamily="18" charset="0"/>
                          <a:ea typeface="Google Sans Text"/>
                          <a:cs typeface="Times New Roman" panose="02020603050405020304" pitchFamily="18" charset="0"/>
                        </a:rPr>
                        <a:t>, WiFi</a:t>
                      </a:r>
                      <a:endParaRPr lang="en-US" sz="1800">
                        <a:solidFill>
                          <a:srgbClr val="1B1C1D"/>
                        </a:solidFill>
                        <a:latin typeface="Times New Roman" panose="02020603050405020304" pitchFamily="18" charset="0"/>
                        <a:ea typeface="Google Sans Text"/>
                        <a:cs typeface="Times New Roman" panose="02020603050405020304" pitchFamily="18" charset="0"/>
                      </a:endParaRPr>
                    </a:p>
                  </a:txBody>
                  <a:tcPr marL="91757" marR="91757" marT="61277" marB="61277" anchor="ctr" anchorCtr="0">
                    <a:lnL w="7620" cap="flat" cmpd="sng">
                      <a:solidFill>
                        <a:srgbClr val="000000"/>
                      </a:solidFill>
                      <a:prstDash val="solid"/>
                      <a:headEnd type="none" w="med" len="med"/>
                      <a:tailEnd type="none" w="med" len="med"/>
                    </a:lnL>
                    <a:lnR w="7620" cap="flat" cmpd="sng">
                      <a:solidFill>
                        <a:srgbClr val="000000"/>
                      </a:solidFill>
                      <a:prstDash val="solid"/>
                      <a:headEnd type="none" w="med" len="med"/>
                      <a:tailEnd type="none" w="med" len="med"/>
                    </a:lnR>
                    <a:lnT w="7620" cap="flat" cmpd="sng">
                      <a:solidFill>
                        <a:srgbClr val="000000"/>
                      </a:solidFill>
                      <a:prstDash val="solid"/>
                      <a:headEnd type="none" w="med" len="med"/>
                      <a:tailEnd type="none" w="med" len="med"/>
                    </a:lnT>
                    <a:lnB w="7620" cap="flat" cmpd="sng">
                      <a:solidFill>
                        <a:srgbClr val="000000"/>
                      </a:solidFill>
                      <a:prstDash val="solid"/>
                      <a:headEnd type="none" w="med" len="med"/>
                      <a:tailEnd type="none" w="med" len="med"/>
                    </a:lnB>
                    <a:noFill/>
                  </a:tcPr>
                </a:tc>
                <a:tc>
                  <a:txBody>
                    <a:bodyPr/>
                    <a:p>
                      <a:pPr marL="0" indent="0">
                        <a:spcBef>
                          <a:spcPct val="0"/>
                        </a:spcBef>
                        <a:spcAft>
                          <a:spcPct val="0"/>
                        </a:spcAft>
                      </a:pPr>
                      <a:r>
                        <a:rPr lang="en-US" altLang="en-US" sz="1800">
                          <a:solidFill>
                            <a:srgbClr val="1B1C1D"/>
                          </a:solidFill>
                          <a:latin typeface="Times New Roman" panose="02020603050405020304" pitchFamily="18" charset="0"/>
                          <a:ea typeface="Google Sans Text"/>
                          <a:cs typeface="Times New Roman" panose="02020603050405020304" pitchFamily="18" charset="0"/>
                        </a:rPr>
                        <a:t>Cao</a:t>
                      </a:r>
                      <a:endParaRPr lang="en-US" altLang="en-US" sz="1800">
                        <a:solidFill>
                          <a:srgbClr val="1B1C1D"/>
                        </a:solidFill>
                        <a:latin typeface="Times New Roman" panose="02020603050405020304" pitchFamily="18" charset="0"/>
                        <a:ea typeface="Google Sans Text"/>
                        <a:cs typeface="Times New Roman" panose="02020603050405020304" pitchFamily="18" charset="0"/>
                      </a:endParaRPr>
                    </a:p>
                  </a:txBody>
                  <a:tcPr marL="91757" marR="91757" marT="61277" marB="61277" anchor="ctr" anchorCtr="0">
                    <a:lnL w="7620" cap="flat" cmpd="sng">
                      <a:solidFill>
                        <a:srgbClr val="000000"/>
                      </a:solidFill>
                      <a:prstDash val="solid"/>
                      <a:headEnd type="none" w="med" len="med"/>
                      <a:tailEnd type="none" w="med" len="med"/>
                    </a:lnL>
                    <a:lnR w="7620" cap="flat" cmpd="sng">
                      <a:solidFill>
                        <a:srgbClr val="000000"/>
                      </a:solidFill>
                      <a:prstDash val="solid"/>
                      <a:headEnd type="none" w="med" len="med"/>
                      <a:tailEnd type="none" w="med" len="med"/>
                    </a:lnR>
                    <a:lnT w="7620" cap="flat" cmpd="sng">
                      <a:solidFill>
                        <a:srgbClr val="000000"/>
                      </a:solidFill>
                      <a:prstDash val="solid"/>
                      <a:headEnd type="none" w="med" len="med"/>
                      <a:tailEnd type="none" w="med" len="med"/>
                    </a:lnT>
                    <a:lnB w="7620" cap="flat" cmpd="sng">
                      <a:solidFill>
                        <a:srgbClr val="000000"/>
                      </a:solidFill>
                      <a:prstDash val="solid"/>
                      <a:headEnd type="none" w="med" len="med"/>
                      <a:tailEnd type="none" w="med" len="med"/>
                    </a:lnB>
                    <a:noFill/>
                  </a:tcPr>
                </a:tc>
              </a:tr>
              <a:tr h="944880">
                <a:tc>
                  <a:txBody>
                    <a:bodyPr/>
                    <a:p>
                      <a:pPr marL="0" indent="0">
                        <a:spcBef>
                          <a:spcPct val="0"/>
                        </a:spcBef>
                        <a:spcAft>
                          <a:spcPct val="0"/>
                        </a:spcAft>
                      </a:pPr>
                      <a:r>
                        <a:rPr lang="en-US" altLang="en-GB" sz="1800" b="1">
                          <a:solidFill>
                            <a:srgbClr val="1B1C1D"/>
                          </a:solidFill>
                          <a:latin typeface="Times New Roman" panose="02020603050405020304" pitchFamily="18" charset="0"/>
                          <a:ea typeface="Google Sans Text"/>
                          <a:cs typeface="Times New Roman" panose="02020603050405020304" pitchFamily="18" charset="0"/>
                        </a:rPr>
                        <a:t>M</a:t>
                      </a:r>
                      <a:r>
                        <a:rPr lang="en-US" altLang="en-US" sz="1800" b="1">
                          <a:solidFill>
                            <a:srgbClr val="1B1C1D"/>
                          </a:solidFill>
                          <a:latin typeface="Times New Roman" panose="02020603050405020304" pitchFamily="18" charset="0"/>
                          <a:ea typeface="Google Sans Text"/>
                          <a:cs typeface="Times New Roman" panose="02020603050405020304" pitchFamily="18" charset="0"/>
                        </a:rPr>
                        <a:t>á</a:t>
                      </a:r>
                      <a:r>
                        <a:rPr lang="en-US" altLang="en-GB" sz="1800" b="1">
                          <a:solidFill>
                            <a:srgbClr val="1B1C1D"/>
                          </a:solidFill>
                          <a:latin typeface="Times New Roman" panose="02020603050405020304" pitchFamily="18" charset="0"/>
                          <a:ea typeface="Google Sans Text"/>
                          <a:cs typeface="Times New Roman" panose="02020603050405020304" pitchFamily="18" charset="0"/>
                        </a:rPr>
                        <a:t>y Monitor theo d</a:t>
                      </a:r>
                      <a:r>
                        <a:rPr lang="en-US" altLang="en-US" sz="1800" b="1">
                          <a:solidFill>
                            <a:srgbClr val="1B1C1D"/>
                          </a:solidFill>
                          <a:latin typeface="Times New Roman" panose="02020603050405020304" pitchFamily="18" charset="0"/>
                          <a:ea typeface="Google Sans Text"/>
                          <a:cs typeface="Times New Roman" panose="02020603050405020304" pitchFamily="18" charset="0"/>
                        </a:rPr>
                        <a:t>õ</a:t>
                      </a:r>
                      <a:r>
                        <a:rPr lang="en-US" altLang="en-GB" sz="1800" b="1">
                          <a:solidFill>
                            <a:srgbClr val="1B1C1D"/>
                          </a:solidFill>
                          <a:latin typeface="Times New Roman" panose="02020603050405020304" pitchFamily="18" charset="0"/>
                          <a:ea typeface="Google Sans Text"/>
                          <a:cs typeface="Times New Roman" panose="02020603050405020304" pitchFamily="18" charset="0"/>
                        </a:rPr>
                        <a:t>i bệnh nh</a:t>
                      </a:r>
                      <a:r>
                        <a:rPr lang="en-US" altLang="en-US" sz="1800" b="1">
                          <a:solidFill>
                            <a:srgbClr val="1B1C1D"/>
                          </a:solidFill>
                          <a:latin typeface="Times New Roman" panose="02020603050405020304" pitchFamily="18" charset="0"/>
                          <a:ea typeface="Google Sans Text"/>
                          <a:cs typeface="Times New Roman" panose="02020603050405020304" pitchFamily="18" charset="0"/>
                        </a:rPr>
                        <a:t>â</a:t>
                      </a:r>
                      <a:r>
                        <a:rPr lang="en-US" altLang="en-GB" sz="1800" b="1">
                          <a:solidFill>
                            <a:srgbClr val="1B1C1D"/>
                          </a:solidFill>
                          <a:latin typeface="Times New Roman" panose="02020603050405020304" pitchFamily="18" charset="0"/>
                          <a:ea typeface="Google Sans Text"/>
                          <a:cs typeface="Times New Roman" panose="02020603050405020304" pitchFamily="18" charset="0"/>
                        </a:rPr>
                        <a:t>n thông số BSM 3562</a:t>
                      </a:r>
                      <a:endParaRPr lang="en-US" altLang="en-GB" sz="1800" b="1">
                        <a:solidFill>
                          <a:srgbClr val="1B1C1D"/>
                        </a:solidFill>
                        <a:latin typeface="Times New Roman" panose="02020603050405020304" pitchFamily="18" charset="0"/>
                        <a:ea typeface="Google Sans Text"/>
                        <a:cs typeface="Times New Roman" panose="02020603050405020304" pitchFamily="18" charset="0"/>
                      </a:endParaRPr>
                    </a:p>
                  </a:txBody>
                  <a:tcPr marL="91757" marR="91757" marT="61277" marB="61277" anchor="ctr" anchorCtr="0">
                    <a:lnL w="7620" cap="flat" cmpd="sng">
                      <a:solidFill>
                        <a:srgbClr val="000000"/>
                      </a:solidFill>
                      <a:prstDash val="solid"/>
                      <a:headEnd type="none" w="med" len="med"/>
                      <a:tailEnd type="none" w="med" len="med"/>
                    </a:lnL>
                    <a:lnR w="7620" cap="flat" cmpd="sng">
                      <a:solidFill>
                        <a:srgbClr val="000000"/>
                      </a:solidFill>
                      <a:prstDash val="solid"/>
                      <a:headEnd type="none" w="med" len="med"/>
                      <a:tailEnd type="none" w="med" len="med"/>
                    </a:lnR>
                    <a:lnT w="7620" cap="flat" cmpd="sng">
                      <a:solidFill>
                        <a:srgbClr val="000000"/>
                      </a:solidFill>
                      <a:prstDash val="solid"/>
                      <a:headEnd type="none" w="med" len="med"/>
                      <a:tailEnd type="none" w="med" len="med"/>
                    </a:lnT>
                    <a:lnB w="7620" cap="flat" cmpd="sng">
                      <a:solidFill>
                        <a:srgbClr val="000000"/>
                      </a:solidFill>
                      <a:prstDash val="solid"/>
                      <a:headEnd type="none" w="med" len="med"/>
                      <a:tailEnd type="none" w="med" len="med"/>
                    </a:lnB>
                    <a:noFill/>
                  </a:tcPr>
                </a:tc>
                <a:tc>
                  <a:txBody>
                    <a:bodyPr/>
                    <a:p>
                      <a:pPr marL="0" indent="0">
                        <a:spcBef>
                          <a:spcPct val="0"/>
                        </a:spcBef>
                        <a:spcAft>
                          <a:spcPct val="0"/>
                        </a:spcAft>
                      </a:pPr>
                      <a:r>
                        <a:rPr lang="en-US" altLang="en-US" sz="1800">
                          <a:solidFill>
                            <a:srgbClr val="1B1C1D"/>
                          </a:solidFill>
                          <a:latin typeface="Times New Roman" panose="02020603050405020304" pitchFamily="18" charset="0"/>
                          <a:ea typeface="Google Sans Text"/>
                          <a:cs typeface="Times New Roman" panose="02020603050405020304" pitchFamily="18" charset="0"/>
                        </a:rPr>
                        <a:t>ECG</a:t>
                      </a:r>
                      <a:endParaRPr lang="en-US" altLang="en-US" sz="1800">
                        <a:solidFill>
                          <a:srgbClr val="1B1C1D"/>
                        </a:solidFill>
                        <a:latin typeface="Times New Roman" panose="02020603050405020304" pitchFamily="18" charset="0"/>
                        <a:ea typeface="Google Sans Text"/>
                        <a:cs typeface="Times New Roman" panose="02020603050405020304" pitchFamily="18" charset="0"/>
                      </a:endParaRPr>
                    </a:p>
                  </a:txBody>
                  <a:tcPr marL="91757" marR="91757" marT="61277" marB="61277" anchor="ctr" anchorCtr="0">
                    <a:lnL w="7620" cap="flat" cmpd="sng">
                      <a:solidFill>
                        <a:srgbClr val="000000"/>
                      </a:solidFill>
                      <a:prstDash val="solid"/>
                      <a:headEnd type="none" w="med" len="med"/>
                      <a:tailEnd type="none" w="med" len="med"/>
                    </a:lnL>
                    <a:lnR w="7620" cap="flat" cmpd="sng">
                      <a:solidFill>
                        <a:srgbClr val="000000"/>
                      </a:solidFill>
                      <a:prstDash val="solid"/>
                      <a:headEnd type="none" w="med" len="med"/>
                      <a:tailEnd type="none" w="med" len="med"/>
                    </a:lnR>
                    <a:lnT w="7620" cap="flat" cmpd="sng">
                      <a:solidFill>
                        <a:srgbClr val="000000"/>
                      </a:solidFill>
                      <a:prstDash val="solid"/>
                      <a:headEnd type="none" w="med" len="med"/>
                      <a:tailEnd type="none" w="med" len="med"/>
                    </a:lnT>
                    <a:lnB w="7620" cap="flat" cmpd="sng">
                      <a:solidFill>
                        <a:srgbClr val="000000"/>
                      </a:solidFill>
                      <a:prstDash val="solid"/>
                      <a:headEnd type="none" w="med" len="med"/>
                      <a:tailEnd type="none" w="med" len="med"/>
                    </a:lnB>
                    <a:noFill/>
                  </a:tcPr>
                </a:tc>
                <a:tc>
                  <a:txBody>
                    <a:bodyPr/>
                    <a:p>
                      <a:pPr marL="0" indent="0">
                        <a:spcBef>
                          <a:spcPct val="0"/>
                        </a:spcBef>
                        <a:spcAft>
                          <a:spcPct val="0"/>
                        </a:spcAft>
                      </a:pPr>
                      <a:r>
                        <a:rPr lang="en-US" altLang="en-US" sz="1800">
                          <a:solidFill>
                            <a:srgbClr val="1B1C1D"/>
                          </a:solidFill>
                          <a:latin typeface="Times New Roman" panose="02020603050405020304" pitchFamily="18" charset="0"/>
                          <a:ea typeface="Google Sans Text"/>
                          <a:cs typeface="Times New Roman" panose="02020603050405020304" pitchFamily="18" charset="0"/>
                          <a:sym typeface="+mn-ea"/>
                        </a:rPr>
                        <a:t>30 – 250 bpm</a:t>
                      </a:r>
                      <a:endParaRPr sz="1800">
                        <a:solidFill>
                          <a:srgbClr val="1B1C1D"/>
                        </a:solidFill>
                        <a:latin typeface="Times New Roman" panose="02020603050405020304" pitchFamily="18" charset="0"/>
                        <a:ea typeface="Google Sans Text"/>
                        <a:cs typeface="Times New Roman" panose="02020603050405020304" pitchFamily="18" charset="0"/>
                      </a:endParaRPr>
                    </a:p>
                  </a:txBody>
                  <a:tcPr marL="91757" marR="91757" marT="61277" marB="61277" anchor="ctr" anchorCtr="0">
                    <a:lnL w="7620" cap="flat" cmpd="sng">
                      <a:solidFill>
                        <a:srgbClr val="000000"/>
                      </a:solidFill>
                      <a:prstDash val="solid"/>
                      <a:headEnd type="none" w="med" len="med"/>
                      <a:tailEnd type="none" w="med" len="med"/>
                    </a:lnL>
                    <a:lnR w="7620" cap="flat" cmpd="sng">
                      <a:solidFill>
                        <a:srgbClr val="000000"/>
                      </a:solidFill>
                      <a:prstDash val="solid"/>
                      <a:headEnd type="none" w="med" len="med"/>
                      <a:tailEnd type="none" w="med" len="med"/>
                    </a:lnR>
                    <a:lnT w="7620" cap="flat" cmpd="sng">
                      <a:solidFill>
                        <a:srgbClr val="000000"/>
                      </a:solidFill>
                      <a:prstDash val="solid"/>
                      <a:headEnd type="none" w="med" len="med"/>
                      <a:tailEnd type="none" w="med" len="med"/>
                    </a:lnT>
                    <a:lnB w="7620" cap="flat" cmpd="sng">
                      <a:solidFill>
                        <a:srgbClr val="000000"/>
                      </a:solidFill>
                      <a:prstDash val="solid"/>
                      <a:headEnd type="none" w="med" len="med"/>
                      <a:tailEnd type="none" w="med" len="med"/>
                    </a:lnB>
                    <a:noFill/>
                  </a:tcPr>
                </a:tc>
                <a:tc>
                  <a:txBody>
                    <a:bodyPr/>
                    <a:p>
                      <a:pPr marL="0" indent="0">
                        <a:spcBef>
                          <a:spcPct val="0"/>
                        </a:spcBef>
                        <a:spcAft>
                          <a:spcPct val="0"/>
                        </a:spcAft>
                      </a:pPr>
                      <a:endParaRPr sz="1800">
                        <a:solidFill>
                          <a:srgbClr val="1B1C1D"/>
                        </a:solidFill>
                        <a:latin typeface="Times New Roman" panose="02020603050405020304" pitchFamily="18" charset="0"/>
                        <a:ea typeface="Google Sans Text"/>
                        <a:cs typeface="Times New Roman" panose="02020603050405020304" pitchFamily="18" charset="0"/>
                      </a:endParaRPr>
                    </a:p>
                  </a:txBody>
                  <a:tcPr marL="91757" marR="91757" marT="61277" marB="61277" anchor="ctr" anchorCtr="0">
                    <a:lnL w="7620" cap="flat" cmpd="sng">
                      <a:solidFill>
                        <a:srgbClr val="000000"/>
                      </a:solidFill>
                      <a:prstDash val="solid"/>
                      <a:headEnd type="none" w="med" len="med"/>
                      <a:tailEnd type="none" w="med" len="med"/>
                    </a:lnL>
                    <a:lnR w="7620" cap="flat" cmpd="sng">
                      <a:solidFill>
                        <a:srgbClr val="000000"/>
                      </a:solidFill>
                      <a:prstDash val="solid"/>
                      <a:headEnd type="none" w="med" len="med"/>
                      <a:tailEnd type="none" w="med" len="med"/>
                    </a:lnR>
                    <a:lnT w="7620" cap="flat" cmpd="sng">
                      <a:solidFill>
                        <a:srgbClr val="000000"/>
                      </a:solidFill>
                      <a:prstDash val="solid"/>
                      <a:headEnd type="none" w="med" len="med"/>
                      <a:tailEnd type="none" w="med" len="med"/>
                    </a:lnT>
                    <a:lnB w="7620" cap="flat" cmpd="sng">
                      <a:solidFill>
                        <a:srgbClr val="000000"/>
                      </a:solidFill>
                      <a:prstDash val="solid"/>
                      <a:headEnd type="none" w="med" len="med"/>
                      <a:tailEnd type="none" w="med" len="med"/>
                    </a:lnB>
                    <a:noFill/>
                  </a:tcPr>
                </a:tc>
                <a:tc>
                  <a:txBody>
                    <a:bodyPr/>
                    <a:p>
                      <a:pPr marL="0" indent="0">
                        <a:spcBef>
                          <a:spcPct val="0"/>
                        </a:spcBef>
                        <a:spcAft>
                          <a:spcPct val="0"/>
                        </a:spcAft>
                      </a:pPr>
                      <a:endParaRPr sz="1800">
                        <a:solidFill>
                          <a:srgbClr val="1B1C1D"/>
                        </a:solidFill>
                        <a:latin typeface="Times New Roman" panose="02020603050405020304" pitchFamily="18" charset="0"/>
                        <a:ea typeface="Google Sans Text"/>
                        <a:cs typeface="Times New Roman" panose="02020603050405020304" pitchFamily="18" charset="0"/>
                      </a:endParaRPr>
                    </a:p>
                  </a:txBody>
                  <a:tcPr marL="91757" marR="91757" marT="61277" marB="61277" anchor="ctr" anchorCtr="0">
                    <a:lnL w="7620" cap="flat" cmpd="sng">
                      <a:solidFill>
                        <a:srgbClr val="000000"/>
                      </a:solidFill>
                      <a:prstDash val="solid"/>
                      <a:headEnd type="none" w="med" len="med"/>
                      <a:tailEnd type="none" w="med" len="med"/>
                    </a:lnL>
                    <a:lnR w="7620" cap="flat" cmpd="sng">
                      <a:solidFill>
                        <a:srgbClr val="000000"/>
                      </a:solidFill>
                      <a:prstDash val="solid"/>
                      <a:headEnd type="none" w="med" len="med"/>
                      <a:tailEnd type="none" w="med" len="med"/>
                    </a:lnR>
                    <a:lnT w="7620" cap="flat" cmpd="sng">
                      <a:solidFill>
                        <a:srgbClr val="000000"/>
                      </a:solidFill>
                      <a:prstDash val="solid"/>
                      <a:headEnd type="none" w="med" len="med"/>
                      <a:tailEnd type="none" w="med" len="med"/>
                    </a:lnT>
                    <a:lnB w="7620" cap="flat" cmpd="sng">
                      <a:solidFill>
                        <a:srgbClr val="000000"/>
                      </a:solidFill>
                      <a:prstDash val="solid"/>
                      <a:headEnd type="none" w="med" len="med"/>
                      <a:tailEnd type="none" w="med" len="med"/>
                    </a:lnB>
                    <a:no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 name="Slide Number Placeholder 3"/>
          <p:cNvSpPr txBox="1">
            <a:spLocks noGrp="1"/>
          </p:cNvSpPr>
          <p:nvPr>
            <p:ph type="sldNum" sz="quarter" idx="4"/>
          </p:nvPr>
        </p:nvSpPr>
        <p:spPr>
          <a:noFill/>
          <a:ln>
            <a:noFill/>
          </a:ln>
        </p:spPr>
        <p:txBody>
          <a:bodyPr anchor="ctr" anchorCtr="0"/>
          <a:p>
            <a:pPr marL="0" indent="0" algn="r" eaLnBrk="1" hangingPunct="1">
              <a:spcBef>
                <a:spcPct val="0"/>
              </a:spcBef>
              <a:spcAft>
                <a:spcPct val="0"/>
              </a:spcAft>
              <a:buFontTx/>
              <a:buNone/>
            </a:pPr>
            <a:fld id="{9A0DB2DC-4C9A-4742-B13C-FB6460FD3503}" type="slidenum">
              <a:rPr lang="en-US" altLang="en-US" sz="1800" b="0" dirty="0">
                <a:solidFill>
                  <a:srgbClr val="0000FF"/>
                </a:solidFill>
              </a:rPr>
            </a:fld>
            <a:endParaRPr lang="en-US" altLang="en-US" sz="1800" b="0" dirty="0">
              <a:solidFill>
                <a:srgbClr val="0000FF"/>
              </a:solidFill>
            </a:endParaRPr>
          </a:p>
        </p:txBody>
      </p:sp>
      <p:sp>
        <p:nvSpPr>
          <p:cNvPr id="27" name="Text Placeholder 6"/>
          <p:cNvSpPr>
            <a:spLocks noGrp="1"/>
          </p:cNvSpPr>
          <p:nvPr/>
        </p:nvSpPr>
        <p:spPr>
          <a:xfrm>
            <a:off x="457200" y="76200"/>
            <a:ext cx="7239000" cy="990600"/>
          </a:xfrm>
          <a:prstGeom prst="rect">
            <a:avLst/>
          </a:prstGeom>
          <a:noFill/>
          <a:ln w="9525">
            <a:noFill/>
          </a:ln>
        </p:spPr>
        <p:txBody>
          <a:bodyPr vert="horz" wrap="square" lIns="91440" tIns="45720" rIns="91440" bIns="45720" anchor="ctr" anchorCtr="0"/>
          <a:lstStyle>
            <a:lvl1pPr marL="0" indent="0" algn="l" rtl="0" eaLnBrk="0" fontAlgn="base" hangingPunct="0">
              <a:spcBef>
                <a:spcPts val="100"/>
              </a:spcBef>
              <a:spcAft>
                <a:spcPts val="200"/>
              </a:spcAft>
              <a:buFont typeface="Arial" panose="020B0604020202020204" pitchFamily="34" charset="0"/>
              <a:buNone/>
              <a:defRPr sz="3000" b="1" kern="1200">
                <a:solidFill>
                  <a:srgbClr val="FFFF00"/>
                </a:solidFill>
                <a:latin typeface="Arial" panose="020B0604020202020204" pitchFamily="34" charset="0"/>
                <a:ea typeface="Arial" panose="020B0604020202020204" pitchFamily="34" charset="0"/>
                <a:cs typeface="Arial" panose="020B0604020202020204" pitchFamily="34" charset="0"/>
              </a:defRPr>
            </a:lvl1pPr>
            <a:lvl2pPr marL="457200" indent="0" algn="l" rtl="0" eaLnBrk="0" fontAlgn="base" hangingPunct="0">
              <a:spcBef>
                <a:spcPts val="300"/>
              </a:spcBef>
              <a:spcAft>
                <a:spcPts val="300"/>
              </a:spcAft>
              <a:buFont typeface="Arial" panose="020B0604020202020204" pitchFamily="34" charset="0"/>
              <a:buNone/>
              <a:defRPr sz="1800" kern="1200">
                <a:solidFill>
                  <a:schemeClr val="tx1">
                    <a:tint val="75000"/>
                  </a:schemeClr>
                </a:solidFill>
                <a:latin typeface="Arial" panose="020B0604020202020204" pitchFamily="34" charset="0"/>
                <a:ea typeface="Arial" panose="020B0604020202020204" pitchFamily="34" charset="0"/>
                <a:cs typeface="Arial" panose="020B0604020202020204" pitchFamily="34" charset="0"/>
              </a:defRPr>
            </a:lvl2pPr>
            <a:lvl3pPr marL="914400" indent="0" algn="l" rtl="0" eaLnBrk="0" fontAlgn="base" hangingPunct="0">
              <a:spcBef>
                <a:spcPts val="300"/>
              </a:spcBef>
              <a:spcAft>
                <a:spcPts val="300"/>
              </a:spcAft>
              <a:buFont typeface="Arial" panose="020B0604020202020204" pitchFamily="34" charset="0"/>
              <a:buNone/>
              <a:defRPr sz="1600" kern="1200">
                <a:solidFill>
                  <a:schemeClr val="tx1">
                    <a:tint val="75000"/>
                  </a:schemeClr>
                </a:solidFill>
                <a:latin typeface="Arial" panose="020B0604020202020204" pitchFamily="34" charset="0"/>
                <a:ea typeface="Arial" panose="020B0604020202020204" pitchFamily="34" charset="0"/>
                <a:cs typeface="Arial" panose="020B0604020202020204" pitchFamily="34" charset="0"/>
              </a:defRPr>
            </a:lvl3pPr>
            <a:lvl4pPr marL="1371600" indent="0" algn="l" rtl="0" eaLnBrk="0" fontAlgn="base" hangingPunct="0">
              <a:spcBef>
                <a:spcPts val="300"/>
              </a:spcBef>
              <a:spcAft>
                <a:spcPts val="300"/>
              </a:spcAft>
              <a:buFont typeface="Arial" panose="020B0604020202020204" pitchFamily="34" charset="0"/>
              <a:buNone/>
              <a:defRPr sz="1400" kern="1200">
                <a:solidFill>
                  <a:schemeClr val="tx1">
                    <a:tint val="75000"/>
                  </a:schemeClr>
                </a:solidFill>
                <a:latin typeface="Arial" panose="020B0604020202020204" pitchFamily="34" charset="0"/>
                <a:ea typeface="Arial" panose="020B0604020202020204" pitchFamily="34" charset="0"/>
                <a:cs typeface="Arial" panose="020B0604020202020204" pitchFamily="34" charset="0"/>
              </a:defRPr>
            </a:lvl4pPr>
            <a:lvl5pPr marL="1828800" indent="0" algn="l" rtl="0" eaLnBrk="0" fontAlgn="base" hangingPunct="0">
              <a:spcBef>
                <a:spcPts val="300"/>
              </a:spcBef>
              <a:spcAft>
                <a:spcPts val="300"/>
              </a:spcAft>
              <a:buFont typeface="Arial" panose="020B0604020202020204" pitchFamily="34" charset="0"/>
              <a:buNone/>
              <a:defRPr sz="1400" kern="1200">
                <a:solidFill>
                  <a:schemeClr val="tx1">
                    <a:tint val="75000"/>
                  </a:schemeClr>
                </a:solidFill>
                <a:latin typeface="Arial" panose="020B0604020202020204" pitchFamily="34" charset="0"/>
                <a:ea typeface="Arial" panose="020B0604020202020204" pitchFamily="34" charset="0"/>
                <a:cs typeface="Arial" panose="020B0604020202020204" pitchFamily="34" charset="0"/>
              </a:defRPr>
            </a:lvl5pPr>
            <a:lvl6pPr marL="2286000" indent="0" algn="l" defTabSz="914400" rtl="0" eaLnBrk="1" latinLnBrk="0" hangingPunct="1">
              <a:spcBef>
                <a:spcPct val="20000"/>
              </a:spcBef>
              <a:buFont typeface="Arial" panose="020B0604020202020204" pitchFamily="34" charset="0"/>
              <a:buNone/>
              <a:defRPr sz="1400" kern="1200">
                <a:solidFill>
                  <a:schemeClr val="tx1">
                    <a:tint val="75000"/>
                  </a:schemeClr>
                </a:solidFill>
                <a:latin typeface="+mn-lt"/>
                <a:ea typeface="+mn-ea"/>
                <a:cs typeface="+mn-cs"/>
              </a:defRPr>
            </a:lvl6pPr>
            <a:lvl7pPr marL="2743200" indent="0" algn="l" defTabSz="914400" rtl="0" eaLnBrk="1" latinLnBrk="0" hangingPunct="1">
              <a:spcBef>
                <a:spcPct val="20000"/>
              </a:spcBef>
              <a:buFont typeface="Arial" panose="020B0604020202020204" pitchFamily="34" charset="0"/>
              <a:buNone/>
              <a:defRPr sz="1400" kern="1200">
                <a:solidFill>
                  <a:schemeClr val="tx1">
                    <a:tint val="75000"/>
                  </a:schemeClr>
                </a:solidFill>
                <a:latin typeface="+mn-lt"/>
                <a:ea typeface="+mn-ea"/>
                <a:cs typeface="+mn-cs"/>
              </a:defRPr>
            </a:lvl7pPr>
            <a:lvl8pPr marL="3200400" indent="0" algn="l" defTabSz="914400" rtl="0" eaLnBrk="1" latinLnBrk="0" hangingPunct="1">
              <a:spcBef>
                <a:spcPct val="20000"/>
              </a:spcBef>
              <a:buFont typeface="Arial" panose="020B0604020202020204" pitchFamily="34" charset="0"/>
              <a:buNone/>
              <a:defRPr sz="1400" kern="1200">
                <a:solidFill>
                  <a:schemeClr val="tx1">
                    <a:tint val="75000"/>
                  </a:schemeClr>
                </a:solidFill>
                <a:latin typeface="+mn-lt"/>
                <a:ea typeface="+mn-ea"/>
                <a:cs typeface="+mn-cs"/>
              </a:defRPr>
            </a:lvl8pPr>
            <a:lvl9pPr marL="3657600" indent="0" algn="l" defTabSz="914400" rtl="0" eaLnBrk="1" latinLnBrk="0" hangingPunct="1">
              <a:spcBef>
                <a:spcPct val="20000"/>
              </a:spcBef>
              <a:buFont typeface="Arial" panose="020B0604020202020204" pitchFamily="34" charset="0"/>
              <a:buNone/>
              <a:defRPr sz="1400" kern="1200">
                <a:solidFill>
                  <a:schemeClr val="tx1">
                    <a:tint val="75000"/>
                  </a:schemeClr>
                </a:solidFill>
                <a:latin typeface="+mn-lt"/>
                <a:ea typeface="+mn-ea"/>
                <a:cs typeface="+mn-cs"/>
              </a:defRPr>
            </a:lvl9pPr>
          </a:lstStyle>
          <a:p>
            <a:pPr>
              <a:lnSpc>
                <a:spcPct val="150000"/>
              </a:lnSpc>
            </a:pPr>
            <a:r>
              <a:rPr lang="en-US" sz="2800">
                <a:solidFill>
                  <a:srgbClr val="FFFF00"/>
                </a:solidFill>
                <a:latin typeface="Times New Roman" panose="02020603050405020304" pitchFamily="18" charset="0"/>
                <a:cs typeface="Times New Roman" panose="02020603050405020304" pitchFamily="18" charset="0"/>
                <a:sym typeface="+mn-ea"/>
              </a:rPr>
              <a:t>Phần I : Ý tưởng thiết kế</a:t>
            </a:r>
            <a:endParaRPr lang="en-US" altLang="en-US" sz="2800" kern="1200" dirty="0">
              <a:solidFill>
                <a:srgbClr val="FFFF00"/>
              </a:solidFill>
              <a:latin typeface="Times New Roman" panose="02020603050405020304" pitchFamily="18" charset="0"/>
              <a:ea typeface="Arial" panose="020B0604020202020204" pitchFamily="34" charset="0"/>
              <a:cs typeface="Times New Roman" panose="02020603050405020304" pitchFamily="18" charset="0"/>
              <a:sym typeface="+mn-ea"/>
            </a:endParaRPr>
          </a:p>
        </p:txBody>
      </p:sp>
      <p:sp>
        <p:nvSpPr>
          <p:cNvPr id="2" name="Text Box 1"/>
          <p:cNvSpPr txBox="1"/>
          <p:nvPr/>
        </p:nvSpPr>
        <p:spPr>
          <a:xfrm>
            <a:off x="457200" y="1295400"/>
            <a:ext cx="6095365" cy="829945"/>
          </a:xfrm>
          <a:prstGeom prst="rect">
            <a:avLst/>
          </a:prstGeom>
          <a:noFill/>
        </p:spPr>
        <p:txBody>
          <a:bodyPr wrap="square" rtlCol="0">
            <a:spAutoFit/>
          </a:bodyPr>
          <a:p>
            <a:r>
              <a:rPr lang="en-US" sz="2400" b="1">
                <a:latin typeface="Times New Roman" panose="02020603050405020304" pitchFamily="18" charset="0"/>
                <a:cs typeface="Times New Roman" panose="02020603050405020304" pitchFamily="18" charset="0"/>
                <a:sym typeface="+mn-ea"/>
              </a:rPr>
              <a:t>Một số thiết bị đo nhịp tim hiện nay</a:t>
            </a:r>
            <a:endParaRPr lang="en-US" sz="2400" b="1">
              <a:latin typeface="Times New Roman" panose="02020603050405020304" pitchFamily="18" charset="0"/>
              <a:cs typeface="Times New Roman" panose="02020603050405020304" pitchFamily="18" charset="0"/>
            </a:endParaRPr>
          </a:p>
          <a:p>
            <a:endParaRPr lang="en-US" altLang="en-GB" sz="2400" b="1">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1"/>
          <a:stretch>
            <a:fillRect/>
          </a:stretch>
        </p:blipFill>
        <p:spPr>
          <a:xfrm>
            <a:off x="533400" y="1905000"/>
            <a:ext cx="3987165" cy="1987550"/>
          </a:xfrm>
          <a:prstGeom prst="rect">
            <a:avLst/>
          </a:prstGeom>
        </p:spPr>
      </p:pic>
      <p:pic>
        <p:nvPicPr>
          <p:cNvPr id="3" name="Picture 2"/>
          <p:cNvPicPr/>
          <p:nvPr/>
        </p:nvPicPr>
        <p:blipFill>
          <a:blip r:embed="rId2"/>
          <a:stretch>
            <a:fillRect/>
          </a:stretch>
        </p:blipFill>
        <p:spPr>
          <a:xfrm>
            <a:off x="4724400" y="1905000"/>
            <a:ext cx="3810635" cy="2002155"/>
          </a:xfrm>
          <a:prstGeom prst="rect">
            <a:avLst/>
          </a:prstGeom>
        </p:spPr>
      </p:pic>
      <p:pic>
        <p:nvPicPr>
          <p:cNvPr id="5" name="Picture 4"/>
          <p:cNvPicPr/>
          <p:nvPr/>
        </p:nvPicPr>
        <p:blipFill>
          <a:blip r:embed="rId3"/>
          <a:stretch>
            <a:fillRect/>
          </a:stretch>
        </p:blipFill>
        <p:spPr>
          <a:xfrm>
            <a:off x="3200083" y="4041775"/>
            <a:ext cx="2466975" cy="18478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 name="Slide Number Placeholder 3"/>
          <p:cNvSpPr txBox="1">
            <a:spLocks noGrp="1"/>
          </p:cNvSpPr>
          <p:nvPr>
            <p:ph type="sldNum" sz="quarter" idx="4"/>
          </p:nvPr>
        </p:nvSpPr>
        <p:spPr>
          <a:noFill/>
          <a:ln>
            <a:noFill/>
          </a:ln>
        </p:spPr>
        <p:txBody>
          <a:bodyPr anchor="ctr" anchorCtr="0"/>
          <a:p>
            <a:pPr marL="0" indent="0" algn="r" eaLnBrk="1" hangingPunct="1">
              <a:spcBef>
                <a:spcPct val="0"/>
              </a:spcBef>
              <a:spcAft>
                <a:spcPct val="0"/>
              </a:spcAft>
              <a:buFontTx/>
              <a:buNone/>
            </a:pPr>
            <a:fld id="{9A0DB2DC-4C9A-4742-B13C-FB6460FD3503}" type="slidenum">
              <a:rPr lang="en-US" altLang="en-US" sz="1800" b="0" dirty="0">
                <a:solidFill>
                  <a:srgbClr val="0000FF"/>
                </a:solidFill>
              </a:rPr>
            </a:fld>
            <a:endParaRPr lang="en-US" altLang="en-US" sz="1800" b="0" dirty="0">
              <a:solidFill>
                <a:srgbClr val="0000FF"/>
              </a:solidFill>
            </a:endParaRPr>
          </a:p>
        </p:txBody>
      </p:sp>
      <p:sp>
        <p:nvSpPr>
          <p:cNvPr id="24" name="Text Box 23"/>
          <p:cNvSpPr txBox="1"/>
          <p:nvPr/>
        </p:nvSpPr>
        <p:spPr>
          <a:xfrm>
            <a:off x="76200" y="1066800"/>
            <a:ext cx="8447405" cy="4580890"/>
          </a:xfrm>
          <a:prstGeom prst="rect">
            <a:avLst/>
          </a:prstGeom>
          <a:noFill/>
        </p:spPr>
        <p:txBody>
          <a:bodyPr wrap="square" rtlCol="0">
            <a:spAutoFit/>
          </a:bodyPr>
          <a:p>
            <a:pPr marL="514350" indent="-514350" algn="l">
              <a:lnSpc>
                <a:spcPct val="100000"/>
              </a:lnSpc>
              <a:buClrTx/>
              <a:buSzTx/>
              <a:buFont typeface="+mj-lt"/>
              <a:buAutoNum type="arabicPeriod" startAt="5"/>
            </a:pPr>
            <a:r>
              <a:rPr lang="en-US" altLang="en-US" sz="2800" b="1">
                <a:latin typeface="Times New Roman" panose="02020603050405020304" pitchFamily="18" charset="0"/>
                <a:cs typeface="Times New Roman" panose="02020603050405020304" pitchFamily="18" charset="0"/>
              </a:rPr>
              <a:t>Mục tiêu đề tài </a:t>
            </a:r>
            <a:endParaRPr lang="en-US" altLang="en-US" sz="2800" b="1">
              <a:latin typeface="Times New Roman" panose="02020603050405020304" pitchFamily="18" charset="0"/>
              <a:cs typeface="Times New Roman" panose="02020603050405020304" pitchFamily="18" charset="0"/>
            </a:endParaRPr>
          </a:p>
          <a:p>
            <a:pPr indent="457200" algn="l">
              <a:lnSpc>
                <a:spcPct val="120000"/>
              </a:lnSpc>
              <a:buClrTx/>
              <a:buSzTx/>
              <a:buFontTx/>
            </a:pPr>
            <a:r>
              <a:rPr lang="en-US" altLang="en-GB" sz="2200">
                <a:solidFill>
                  <a:schemeClr val="tx1">
                    <a:lumMod val="85000"/>
                    <a:lumOff val="15000"/>
                  </a:schemeClr>
                </a:solidFill>
                <a:latin typeface="Times New Roman" panose="02020603050405020304" pitchFamily="18" charset="0"/>
                <a:cs typeface="Times New Roman" panose="02020603050405020304" pitchFamily="18" charset="0"/>
                <a:sym typeface="+mn-ea"/>
              </a:rPr>
              <a:t>Thiết kế thiết bị theo d</a:t>
            </a:r>
            <a:r>
              <a:rPr lang="en-US" altLang="en-US" sz="2200">
                <a:solidFill>
                  <a:schemeClr val="tx1">
                    <a:lumMod val="85000"/>
                    <a:lumOff val="15000"/>
                  </a:schemeClr>
                </a:solidFill>
                <a:latin typeface="Times New Roman" panose="02020603050405020304" pitchFamily="18" charset="0"/>
                <a:cs typeface="Times New Roman" panose="02020603050405020304" pitchFamily="18" charset="0"/>
                <a:sym typeface="+mn-ea"/>
              </a:rPr>
              <a:t>õ</a:t>
            </a:r>
            <a:r>
              <a:rPr lang="en-US" altLang="en-GB" sz="2200">
                <a:solidFill>
                  <a:schemeClr val="tx1">
                    <a:lumMod val="85000"/>
                    <a:lumOff val="15000"/>
                  </a:schemeClr>
                </a:solidFill>
                <a:latin typeface="Times New Roman" panose="02020603050405020304" pitchFamily="18" charset="0"/>
                <a:cs typeface="Times New Roman" panose="02020603050405020304" pitchFamily="18" charset="0"/>
                <a:sym typeface="+mn-ea"/>
              </a:rPr>
              <a:t>i nhịp tim th</a:t>
            </a:r>
            <a:r>
              <a:rPr lang="en-US" altLang="en-US" sz="2200">
                <a:solidFill>
                  <a:schemeClr val="tx1">
                    <a:lumMod val="85000"/>
                    <a:lumOff val="15000"/>
                  </a:schemeClr>
                </a:solidFill>
                <a:latin typeface="Times New Roman" panose="02020603050405020304" pitchFamily="18" charset="0"/>
                <a:cs typeface="Times New Roman" panose="02020603050405020304" pitchFamily="18" charset="0"/>
                <a:sym typeface="+mn-ea"/>
              </a:rPr>
              <a:t>ư</a:t>
            </a:r>
            <a:r>
              <a:rPr lang="en-US" altLang="en-GB" sz="2200">
                <a:solidFill>
                  <a:schemeClr val="tx1">
                    <a:lumMod val="85000"/>
                    <a:lumOff val="15000"/>
                  </a:schemeClr>
                </a:solidFill>
                <a:latin typeface="Times New Roman" panose="02020603050405020304" pitchFamily="18" charset="0"/>
                <a:cs typeface="Times New Roman" panose="02020603050405020304" pitchFamily="18" charset="0"/>
                <a:sym typeface="+mn-ea"/>
              </a:rPr>
              <a:t>ờng xuy</a:t>
            </a:r>
            <a:r>
              <a:rPr lang="en-US" altLang="en-US" sz="2200">
                <a:solidFill>
                  <a:schemeClr val="tx1">
                    <a:lumMod val="85000"/>
                    <a:lumOff val="15000"/>
                  </a:schemeClr>
                </a:solidFill>
                <a:latin typeface="Times New Roman" panose="02020603050405020304" pitchFamily="18" charset="0"/>
                <a:cs typeface="Times New Roman" panose="02020603050405020304" pitchFamily="18" charset="0"/>
                <a:sym typeface="+mn-ea"/>
              </a:rPr>
              <a:t>ê</a:t>
            </a:r>
            <a:r>
              <a:rPr lang="en-US" altLang="en-GB" sz="2200">
                <a:solidFill>
                  <a:schemeClr val="tx1">
                    <a:lumMod val="85000"/>
                    <a:lumOff val="15000"/>
                  </a:schemeClr>
                </a:solidFill>
                <a:latin typeface="Times New Roman" panose="02020603050405020304" pitchFamily="18" charset="0"/>
                <a:cs typeface="Times New Roman" panose="02020603050405020304" pitchFamily="18" charset="0"/>
                <a:sym typeface="+mn-ea"/>
              </a:rPr>
              <a:t>n gi</a:t>
            </a:r>
            <a:r>
              <a:rPr lang="en-US" altLang="en-US" sz="2200">
                <a:solidFill>
                  <a:schemeClr val="tx1">
                    <a:lumMod val="85000"/>
                    <a:lumOff val="15000"/>
                  </a:schemeClr>
                </a:solidFill>
                <a:latin typeface="Times New Roman" panose="02020603050405020304" pitchFamily="18" charset="0"/>
                <a:cs typeface="Times New Roman" panose="02020603050405020304" pitchFamily="18" charset="0"/>
                <a:sym typeface="+mn-ea"/>
              </a:rPr>
              <a:t>ú</a:t>
            </a:r>
            <a:r>
              <a:rPr lang="en-US" altLang="en-GB" sz="2200">
                <a:solidFill>
                  <a:schemeClr val="tx1">
                    <a:lumMod val="85000"/>
                    <a:lumOff val="15000"/>
                  </a:schemeClr>
                </a:solidFill>
                <a:latin typeface="Times New Roman" panose="02020603050405020304" pitchFamily="18" charset="0"/>
                <a:cs typeface="Times New Roman" panose="02020603050405020304" pitchFamily="18" charset="0"/>
                <a:sym typeface="+mn-ea"/>
              </a:rPr>
              <a:t>p ph</a:t>
            </a:r>
            <a:r>
              <a:rPr lang="en-US" altLang="en-US" sz="2200">
                <a:solidFill>
                  <a:schemeClr val="tx1">
                    <a:lumMod val="85000"/>
                    <a:lumOff val="15000"/>
                  </a:schemeClr>
                </a:solidFill>
                <a:latin typeface="Times New Roman" panose="02020603050405020304" pitchFamily="18" charset="0"/>
                <a:cs typeface="Times New Roman" panose="02020603050405020304" pitchFamily="18" charset="0"/>
                <a:sym typeface="+mn-ea"/>
              </a:rPr>
              <a:t>á</a:t>
            </a:r>
            <a:r>
              <a:rPr lang="en-US" altLang="en-GB" sz="2200">
                <a:solidFill>
                  <a:schemeClr val="tx1">
                    <a:lumMod val="85000"/>
                    <a:lumOff val="15000"/>
                  </a:schemeClr>
                </a:solidFill>
                <a:latin typeface="Times New Roman" panose="02020603050405020304" pitchFamily="18" charset="0"/>
                <a:cs typeface="Times New Roman" panose="02020603050405020304" pitchFamily="18" charset="0"/>
                <a:sym typeface="+mn-ea"/>
              </a:rPr>
              <a:t>t hiện sớm rối loạn nhịp tim, nguy c</a:t>
            </a:r>
            <a:r>
              <a:rPr lang="en-US" altLang="en-US" sz="2200">
                <a:solidFill>
                  <a:schemeClr val="tx1">
                    <a:lumMod val="85000"/>
                    <a:lumOff val="15000"/>
                  </a:schemeClr>
                </a:solidFill>
                <a:latin typeface="Times New Roman" panose="02020603050405020304" pitchFamily="18" charset="0"/>
                <a:cs typeface="Times New Roman" panose="02020603050405020304" pitchFamily="18" charset="0"/>
                <a:sym typeface="+mn-ea"/>
              </a:rPr>
              <a:t>ơ</a:t>
            </a:r>
            <a:r>
              <a:rPr lang="en-US" altLang="en-GB" sz="2200">
                <a:solidFill>
                  <a:schemeClr val="tx1">
                    <a:lumMod val="85000"/>
                    <a:lumOff val="15000"/>
                  </a:schemeClr>
                </a:solidFill>
                <a:latin typeface="Times New Roman" panose="02020603050405020304" pitchFamily="18" charset="0"/>
                <a:cs typeface="Times New Roman" panose="02020603050405020304" pitchFamily="18" charset="0"/>
                <a:sym typeface="+mn-ea"/>
              </a:rPr>
              <a:t> </a:t>
            </a:r>
            <a:r>
              <a:rPr lang="en-US" altLang="en-US" sz="2200">
                <a:solidFill>
                  <a:schemeClr val="tx1">
                    <a:lumMod val="85000"/>
                    <a:lumOff val="15000"/>
                  </a:schemeClr>
                </a:solidFill>
                <a:latin typeface="Times New Roman" panose="02020603050405020304" pitchFamily="18" charset="0"/>
                <a:cs typeface="Times New Roman" panose="02020603050405020304" pitchFamily="18" charset="0"/>
                <a:sym typeface="+mn-ea"/>
              </a:rPr>
              <a:t>đ</a:t>
            </a:r>
            <a:r>
              <a:rPr lang="en-US" altLang="en-GB" sz="2200">
                <a:solidFill>
                  <a:schemeClr val="tx1">
                    <a:lumMod val="85000"/>
                    <a:lumOff val="15000"/>
                  </a:schemeClr>
                </a:solidFill>
                <a:latin typeface="Times New Roman" panose="02020603050405020304" pitchFamily="18" charset="0"/>
                <a:cs typeface="Times New Roman" panose="02020603050405020304" pitchFamily="18" charset="0"/>
                <a:sym typeface="+mn-ea"/>
              </a:rPr>
              <a:t>ột quỵ.</a:t>
            </a:r>
            <a:endParaRPr lang="en-US" altLang="en-GB" sz="2200">
              <a:solidFill>
                <a:schemeClr val="tx1">
                  <a:lumMod val="85000"/>
                  <a:lumOff val="15000"/>
                </a:schemeClr>
              </a:solidFill>
              <a:latin typeface="Times New Roman" panose="02020603050405020304" pitchFamily="18" charset="0"/>
              <a:cs typeface="Times New Roman" panose="02020603050405020304" pitchFamily="18" charset="0"/>
            </a:endParaRPr>
          </a:p>
          <a:p>
            <a:pPr indent="457200" algn="l">
              <a:lnSpc>
                <a:spcPct val="120000"/>
              </a:lnSpc>
              <a:buClrTx/>
              <a:buSzTx/>
              <a:buFontTx/>
            </a:pPr>
            <a:r>
              <a:rPr lang="en-US" sz="2200">
                <a:latin typeface="Times New Roman" panose="02020603050405020304" pitchFamily="18" charset="0"/>
                <a:cs typeface="Times New Roman" panose="02020603050405020304" pitchFamily="18" charset="0"/>
                <a:sym typeface="+mn-ea"/>
              </a:rPr>
              <a:t>K</a:t>
            </a:r>
            <a:r>
              <a:rPr sz="2200">
                <a:latin typeface="Times New Roman" panose="02020603050405020304" pitchFamily="18" charset="0"/>
                <a:cs typeface="Times New Roman" panose="02020603050405020304" pitchFamily="18" charset="0"/>
                <a:sym typeface="+mn-ea"/>
              </a:rPr>
              <a:t>ết nối thiết bị qua Bluetooth với ứng dụng trên điện thoại giúp người dùng</a:t>
            </a:r>
            <a:r>
              <a:rPr lang="en-US" sz="2200">
                <a:latin typeface="Times New Roman" panose="02020603050405020304" pitchFamily="18" charset="0"/>
                <a:cs typeface="Times New Roman" panose="02020603050405020304" pitchFamily="18" charset="0"/>
                <a:sym typeface="+mn-ea"/>
              </a:rPr>
              <a:t> ai cũng có thể</a:t>
            </a:r>
            <a:r>
              <a:rPr sz="2200">
                <a:latin typeface="Times New Roman" panose="02020603050405020304" pitchFamily="18" charset="0"/>
                <a:cs typeface="Times New Roman" panose="02020603050405020304" pitchFamily="18" charset="0"/>
                <a:sym typeface="+mn-ea"/>
              </a:rPr>
              <a:t> dễ dàng theo dõi nhịp tim và vận động mọi lúc, mọi nơi.</a:t>
            </a:r>
            <a:endParaRPr sz="2200">
              <a:latin typeface="Times New Roman" panose="02020603050405020304" pitchFamily="18" charset="0"/>
              <a:cs typeface="Times New Roman" panose="02020603050405020304" pitchFamily="18" charset="0"/>
            </a:endParaRPr>
          </a:p>
          <a:p>
            <a:pPr algn="l">
              <a:lnSpc>
                <a:spcPct val="120000"/>
              </a:lnSpc>
              <a:buClrTx/>
              <a:buSzTx/>
              <a:buFontTx/>
            </a:pPr>
            <a:r>
              <a:rPr sz="2200">
                <a:latin typeface="Times New Roman" panose="02020603050405020304" pitchFamily="18" charset="0"/>
                <a:cs typeface="Times New Roman" panose="02020603050405020304" pitchFamily="18" charset="0"/>
                <a:sym typeface="+mn-ea"/>
              </a:rPr>
              <a:t> </a:t>
            </a:r>
            <a:r>
              <a:rPr lang="en-US" sz="2200">
                <a:latin typeface="Times New Roman" panose="02020603050405020304" pitchFamily="18" charset="0"/>
                <a:cs typeface="Times New Roman" panose="02020603050405020304" pitchFamily="18" charset="0"/>
                <a:sym typeface="+mn-ea"/>
              </a:rPr>
              <a:t>     </a:t>
            </a:r>
            <a:r>
              <a:rPr sz="2200">
                <a:latin typeface="Times New Roman" panose="02020603050405020304" pitchFamily="18" charset="0"/>
                <a:cs typeface="Times New Roman" panose="02020603050405020304" pitchFamily="18" charset="0"/>
                <a:sym typeface="+mn-ea"/>
              </a:rPr>
              <a:t>Thông số nhịp tim và gia tốc góc quay được hiển thị trực quan trên App, hỗ trợ phát hiện sớm các bất thường về tim mạch cũng như giám sát </a:t>
            </a:r>
            <a:r>
              <a:rPr lang="en-US" sz="2200">
                <a:latin typeface="Times New Roman" panose="02020603050405020304" pitchFamily="18" charset="0"/>
                <a:cs typeface="Times New Roman" panose="02020603050405020304" pitchFamily="18" charset="0"/>
                <a:sym typeface="+mn-ea"/>
              </a:rPr>
              <a:t>cơ thể về vấn đề té ngã, đột quỵ</a:t>
            </a:r>
            <a:r>
              <a:rPr sz="2200">
                <a:latin typeface="Times New Roman" panose="02020603050405020304" pitchFamily="18" charset="0"/>
                <a:cs typeface="Times New Roman" panose="02020603050405020304" pitchFamily="18" charset="0"/>
                <a:sym typeface="+mn-ea"/>
              </a:rPr>
              <a:t>.</a:t>
            </a:r>
            <a:endParaRPr sz="2200">
              <a:latin typeface="Times New Roman" panose="02020603050405020304" pitchFamily="18" charset="0"/>
              <a:cs typeface="Times New Roman" panose="02020603050405020304" pitchFamily="18" charset="0"/>
              <a:sym typeface="+mn-ea"/>
            </a:endParaRPr>
          </a:p>
          <a:p>
            <a:pPr indent="457200" algn="l">
              <a:lnSpc>
                <a:spcPct val="120000"/>
              </a:lnSpc>
              <a:buClrTx/>
              <a:buSzTx/>
              <a:buFontTx/>
            </a:pPr>
            <a:r>
              <a:rPr lang="en-US" altLang="en-GB" sz="2200">
                <a:solidFill>
                  <a:schemeClr val="tx1">
                    <a:lumMod val="85000"/>
                    <a:lumOff val="15000"/>
                  </a:schemeClr>
                </a:solidFill>
                <a:latin typeface="Times New Roman" panose="02020603050405020304" pitchFamily="18" charset="0"/>
                <a:cs typeface="Times New Roman" panose="02020603050405020304" pitchFamily="18" charset="0"/>
                <a:sym typeface="+mn-ea"/>
              </a:rPr>
              <a:t>Thiết bị có kích thước nhỏ gọn ko vướng víu, có pin có thể sạc xài lại</a:t>
            </a:r>
            <a:endParaRPr lang="en-US" altLang="en-GB" sz="2200">
              <a:solidFill>
                <a:schemeClr val="tx1">
                  <a:lumMod val="85000"/>
                  <a:lumOff val="15000"/>
                </a:schemeClr>
              </a:solidFill>
              <a:latin typeface="Times New Roman" panose="02020603050405020304" pitchFamily="18" charset="0"/>
              <a:cs typeface="Times New Roman" panose="02020603050405020304" pitchFamily="18" charset="0"/>
              <a:sym typeface="+mn-ea"/>
            </a:endParaRPr>
          </a:p>
          <a:p>
            <a:pPr indent="457200" algn="l">
              <a:lnSpc>
                <a:spcPct val="120000"/>
              </a:lnSpc>
              <a:buClrTx/>
              <a:buSzTx/>
              <a:buFontTx/>
            </a:pPr>
            <a:r>
              <a:rPr lang="en-US" altLang="en-US" sz="2200">
                <a:latin typeface="Times New Roman" panose="02020603050405020304" pitchFamily="18" charset="0"/>
                <a:cs typeface="Times New Roman" panose="02020603050405020304" pitchFamily="18" charset="0"/>
              </a:rPr>
              <a:t>Chi phí thiết kế và sản xuất thấp</a:t>
            </a:r>
            <a:endParaRPr lang="en-US" altLang="en-US" sz="2200">
              <a:latin typeface="Times New Roman" panose="02020603050405020304" pitchFamily="18" charset="0"/>
              <a:cs typeface="Times New Roman" panose="02020603050405020304" pitchFamily="18" charset="0"/>
            </a:endParaRPr>
          </a:p>
        </p:txBody>
      </p:sp>
      <p:sp>
        <p:nvSpPr>
          <p:cNvPr id="27" name="Text Placeholder 6"/>
          <p:cNvSpPr>
            <a:spLocks noGrp="1"/>
          </p:cNvSpPr>
          <p:nvPr/>
        </p:nvSpPr>
        <p:spPr>
          <a:xfrm>
            <a:off x="457200" y="76200"/>
            <a:ext cx="7239000" cy="990600"/>
          </a:xfrm>
          <a:prstGeom prst="rect">
            <a:avLst/>
          </a:prstGeom>
          <a:noFill/>
          <a:ln w="9525">
            <a:noFill/>
          </a:ln>
        </p:spPr>
        <p:txBody>
          <a:bodyPr vert="horz" wrap="square" lIns="91440" tIns="45720" rIns="91440" bIns="45720" anchor="ctr" anchorCtr="0"/>
          <a:lstStyle>
            <a:lvl1pPr marL="0" indent="0" algn="l" rtl="0" eaLnBrk="0" fontAlgn="base" hangingPunct="0">
              <a:spcBef>
                <a:spcPts val="100"/>
              </a:spcBef>
              <a:spcAft>
                <a:spcPts val="200"/>
              </a:spcAft>
              <a:buFont typeface="Arial" panose="020B0604020202020204" pitchFamily="34" charset="0"/>
              <a:buNone/>
              <a:defRPr sz="3000" b="1" kern="1200">
                <a:solidFill>
                  <a:srgbClr val="FFFF00"/>
                </a:solidFill>
                <a:latin typeface="Arial" panose="020B0604020202020204" pitchFamily="34" charset="0"/>
                <a:ea typeface="Arial" panose="020B0604020202020204" pitchFamily="34" charset="0"/>
                <a:cs typeface="Arial" panose="020B0604020202020204" pitchFamily="34" charset="0"/>
              </a:defRPr>
            </a:lvl1pPr>
            <a:lvl2pPr marL="457200" indent="0" algn="l" rtl="0" eaLnBrk="0" fontAlgn="base" hangingPunct="0">
              <a:spcBef>
                <a:spcPts val="300"/>
              </a:spcBef>
              <a:spcAft>
                <a:spcPts val="300"/>
              </a:spcAft>
              <a:buFont typeface="Arial" panose="020B0604020202020204" pitchFamily="34" charset="0"/>
              <a:buNone/>
              <a:defRPr sz="1800" kern="1200">
                <a:solidFill>
                  <a:schemeClr val="tx1">
                    <a:tint val="75000"/>
                  </a:schemeClr>
                </a:solidFill>
                <a:latin typeface="Arial" panose="020B0604020202020204" pitchFamily="34" charset="0"/>
                <a:ea typeface="Arial" panose="020B0604020202020204" pitchFamily="34" charset="0"/>
                <a:cs typeface="Arial" panose="020B0604020202020204" pitchFamily="34" charset="0"/>
              </a:defRPr>
            </a:lvl2pPr>
            <a:lvl3pPr marL="914400" indent="0" algn="l" rtl="0" eaLnBrk="0" fontAlgn="base" hangingPunct="0">
              <a:spcBef>
                <a:spcPts val="300"/>
              </a:spcBef>
              <a:spcAft>
                <a:spcPts val="300"/>
              </a:spcAft>
              <a:buFont typeface="Arial" panose="020B0604020202020204" pitchFamily="34" charset="0"/>
              <a:buNone/>
              <a:defRPr sz="1600" kern="1200">
                <a:solidFill>
                  <a:schemeClr val="tx1">
                    <a:tint val="75000"/>
                  </a:schemeClr>
                </a:solidFill>
                <a:latin typeface="Arial" panose="020B0604020202020204" pitchFamily="34" charset="0"/>
                <a:ea typeface="Arial" panose="020B0604020202020204" pitchFamily="34" charset="0"/>
                <a:cs typeface="Arial" panose="020B0604020202020204" pitchFamily="34" charset="0"/>
              </a:defRPr>
            </a:lvl3pPr>
            <a:lvl4pPr marL="1371600" indent="0" algn="l" rtl="0" eaLnBrk="0" fontAlgn="base" hangingPunct="0">
              <a:spcBef>
                <a:spcPts val="300"/>
              </a:spcBef>
              <a:spcAft>
                <a:spcPts val="300"/>
              </a:spcAft>
              <a:buFont typeface="Arial" panose="020B0604020202020204" pitchFamily="34" charset="0"/>
              <a:buNone/>
              <a:defRPr sz="1400" kern="1200">
                <a:solidFill>
                  <a:schemeClr val="tx1">
                    <a:tint val="75000"/>
                  </a:schemeClr>
                </a:solidFill>
                <a:latin typeface="Arial" panose="020B0604020202020204" pitchFamily="34" charset="0"/>
                <a:ea typeface="Arial" panose="020B0604020202020204" pitchFamily="34" charset="0"/>
                <a:cs typeface="Arial" panose="020B0604020202020204" pitchFamily="34" charset="0"/>
              </a:defRPr>
            </a:lvl4pPr>
            <a:lvl5pPr marL="1828800" indent="0" algn="l" rtl="0" eaLnBrk="0" fontAlgn="base" hangingPunct="0">
              <a:spcBef>
                <a:spcPts val="300"/>
              </a:spcBef>
              <a:spcAft>
                <a:spcPts val="300"/>
              </a:spcAft>
              <a:buFont typeface="Arial" panose="020B0604020202020204" pitchFamily="34" charset="0"/>
              <a:buNone/>
              <a:defRPr sz="1400" kern="1200">
                <a:solidFill>
                  <a:schemeClr val="tx1">
                    <a:tint val="75000"/>
                  </a:schemeClr>
                </a:solidFill>
                <a:latin typeface="Arial" panose="020B0604020202020204" pitchFamily="34" charset="0"/>
                <a:ea typeface="Arial" panose="020B0604020202020204" pitchFamily="34" charset="0"/>
                <a:cs typeface="Arial" panose="020B0604020202020204" pitchFamily="34" charset="0"/>
              </a:defRPr>
            </a:lvl5pPr>
            <a:lvl6pPr marL="2286000" indent="0" algn="l" defTabSz="914400" rtl="0" eaLnBrk="1" latinLnBrk="0" hangingPunct="1">
              <a:spcBef>
                <a:spcPct val="20000"/>
              </a:spcBef>
              <a:buFont typeface="Arial" panose="020B0604020202020204" pitchFamily="34" charset="0"/>
              <a:buNone/>
              <a:defRPr sz="1400" kern="1200">
                <a:solidFill>
                  <a:schemeClr val="tx1">
                    <a:tint val="75000"/>
                  </a:schemeClr>
                </a:solidFill>
                <a:latin typeface="+mn-lt"/>
                <a:ea typeface="+mn-ea"/>
                <a:cs typeface="+mn-cs"/>
              </a:defRPr>
            </a:lvl6pPr>
            <a:lvl7pPr marL="2743200" indent="0" algn="l" defTabSz="914400" rtl="0" eaLnBrk="1" latinLnBrk="0" hangingPunct="1">
              <a:spcBef>
                <a:spcPct val="20000"/>
              </a:spcBef>
              <a:buFont typeface="Arial" panose="020B0604020202020204" pitchFamily="34" charset="0"/>
              <a:buNone/>
              <a:defRPr sz="1400" kern="1200">
                <a:solidFill>
                  <a:schemeClr val="tx1">
                    <a:tint val="75000"/>
                  </a:schemeClr>
                </a:solidFill>
                <a:latin typeface="+mn-lt"/>
                <a:ea typeface="+mn-ea"/>
                <a:cs typeface="+mn-cs"/>
              </a:defRPr>
            </a:lvl7pPr>
            <a:lvl8pPr marL="3200400" indent="0" algn="l" defTabSz="914400" rtl="0" eaLnBrk="1" latinLnBrk="0" hangingPunct="1">
              <a:spcBef>
                <a:spcPct val="20000"/>
              </a:spcBef>
              <a:buFont typeface="Arial" panose="020B0604020202020204" pitchFamily="34" charset="0"/>
              <a:buNone/>
              <a:defRPr sz="1400" kern="1200">
                <a:solidFill>
                  <a:schemeClr val="tx1">
                    <a:tint val="75000"/>
                  </a:schemeClr>
                </a:solidFill>
                <a:latin typeface="+mn-lt"/>
                <a:ea typeface="+mn-ea"/>
                <a:cs typeface="+mn-cs"/>
              </a:defRPr>
            </a:lvl8pPr>
            <a:lvl9pPr marL="3657600" indent="0" algn="l" defTabSz="914400" rtl="0" eaLnBrk="1" latinLnBrk="0" hangingPunct="1">
              <a:spcBef>
                <a:spcPct val="20000"/>
              </a:spcBef>
              <a:buFont typeface="Arial" panose="020B0604020202020204" pitchFamily="34" charset="0"/>
              <a:buNone/>
              <a:defRPr sz="1400" kern="1200">
                <a:solidFill>
                  <a:schemeClr val="tx1">
                    <a:tint val="75000"/>
                  </a:schemeClr>
                </a:solidFill>
                <a:latin typeface="+mn-lt"/>
                <a:ea typeface="+mn-ea"/>
                <a:cs typeface="+mn-cs"/>
              </a:defRPr>
            </a:lvl9pPr>
          </a:lstStyle>
          <a:p>
            <a:pPr>
              <a:lnSpc>
                <a:spcPct val="150000"/>
              </a:lnSpc>
            </a:pPr>
            <a:r>
              <a:rPr lang="en-US" sz="2800">
                <a:solidFill>
                  <a:srgbClr val="FFFF00"/>
                </a:solidFill>
                <a:latin typeface="Times New Roman" panose="02020603050405020304" pitchFamily="18" charset="0"/>
                <a:cs typeface="Times New Roman" panose="02020603050405020304" pitchFamily="18" charset="0"/>
                <a:sym typeface="+mn-ea"/>
              </a:rPr>
              <a:t>Phần I : Ý tưởng thiết kế</a:t>
            </a:r>
            <a:endParaRPr lang="en-US" altLang="en-US" sz="2800" kern="1200" dirty="0">
              <a:solidFill>
                <a:srgbClr val="FFFF00"/>
              </a:solidFill>
              <a:latin typeface="Times New Roman" panose="02020603050405020304" pitchFamily="18" charset="0"/>
              <a:ea typeface="Arial" panose="020B0604020202020204" pitchFamily="34" charset="0"/>
              <a:cs typeface="Times New Roman" panose="02020603050405020304" pitchFamily="18" charset="0"/>
              <a:sym typeface="+mn-e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atin typeface="Times New Roman" panose="02020603050405020304" pitchFamily="18" charset="0"/>
                <a:cs typeface="Times New Roman" panose="02020603050405020304" pitchFamily="18" charset="0"/>
                <a:sym typeface="+mn-ea"/>
              </a:rPr>
              <a:t>Phần I : Ý tưởng thiết kế</a:t>
            </a:r>
            <a:endParaRPr lang="en-US"/>
          </a:p>
        </p:txBody>
      </p:sp>
      <p:sp>
        <p:nvSpPr>
          <p:cNvPr id="3" name="Content Placeholder 2"/>
          <p:cNvSpPr>
            <a:spLocks noGrp="1"/>
          </p:cNvSpPr>
          <p:nvPr>
            <p:ph idx="1"/>
          </p:nvPr>
        </p:nvSpPr>
        <p:spPr>
          <a:xfrm>
            <a:off x="152400" y="1143000"/>
            <a:ext cx="8849360" cy="4678680"/>
          </a:xfrm>
        </p:spPr>
        <p:txBody>
          <a:bodyPr/>
          <a:p>
            <a:pPr marL="514350" indent="-514350">
              <a:buFont typeface="+mj-lt"/>
              <a:buAutoNum type="arabicPeriod" startAt="6"/>
            </a:pPr>
            <a:r>
              <a:rPr lang="en-US" sz="2800">
                <a:latin typeface="Times New Roman" panose="02020603050405020304" pitchFamily="18" charset="0"/>
                <a:cs typeface="Times New Roman" panose="02020603050405020304" pitchFamily="18" charset="0"/>
              </a:rPr>
              <a:t>Giới hạn đề tài </a:t>
            </a:r>
            <a:endParaRPr lang="en-US" sz="2800">
              <a:latin typeface="Times New Roman" panose="02020603050405020304" pitchFamily="18" charset="0"/>
              <a:cs typeface="Times New Roman" panose="02020603050405020304" pitchFamily="18" charset="0"/>
            </a:endParaRPr>
          </a:p>
          <a:p>
            <a:pPr marL="0" lvl="0" indent="457200">
              <a:spcBef>
                <a:spcPct val="0"/>
              </a:spcBef>
              <a:spcAft>
                <a:spcPct val="0"/>
              </a:spcAft>
              <a:buNone/>
            </a:pPr>
            <a:r>
              <a:rPr lang="en-US" altLang="en-GB" sz="2200" b="0" dirty="0">
                <a:solidFill>
                  <a:schemeClr val="tx1"/>
                </a:solidFill>
                <a:latin typeface="Times New Roman" panose="02020603050405020304" pitchFamily="18" charset="0"/>
                <a:cs typeface="Times New Roman" panose="02020603050405020304" pitchFamily="18" charset="0"/>
                <a:sym typeface="+mn-ea"/>
              </a:rPr>
              <a:t>Kinh ph</a:t>
            </a:r>
            <a:r>
              <a:rPr lang="en-US" altLang="en-US" sz="2200" b="0" dirty="0">
                <a:solidFill>
                  <a:schemeClr val="tx1"/>
                </a:solidFill>
                <a:latin typeface="Times New Roman" panose="02020603050405020304" pitchFamily="18" charset="0"/>
                <a:cs typeface="Times New Roman" panose="02020603050405020304" pitchFamily="18" charset="0"/>
                <a:sym typeface="+mn-ea"/>
              </a:rPr>
              <a:t>í</a:t>
            </a:r>
            <a:r>
              <a:rPr lang="en-US" altLang="en-GB" sz="2200" b="0" dirty="0">
                <a:solidFill>
                  <a:schemeClr val="tx1"/>
                </a:solidFill>
                <a:latin typeface="Times New Roman" panose="02020603050405020304" pitchFamily="18" charset="0"/>
                <a:cs typeface="Times New Roman" panose="02020603050405020304" pitchFamily="18" charset="0"/>
                <a:sym typeface="+mn-ea"/>
              </a:rPr>
              <a:t> hạn chế, n</a:t>
            </a:r>
            <a:r>
              <a:rPr lang="en-US" altLang="en-US" sz="2200" b="0" dirty="0">
                <a:solidFill>
                  <a:schemeClr val="tx1"/>
                </a:solidFill>
                <a:latin typeface="Times New Roman" panose="02020603050405020304" pitchFamily="18" charset="0"/>
                <a:cs typeface="Times New Roman" panose="02020603050405020304" pitchFamily="18" charset="0"/>
                <a:sym typeface="+mn-ea"/>
              </a:rPr>
              <a:t>ê</a:t>
            </a:r>
            <a:r>
              <a:rPr lang="en-US" altLang="en-GB" sz="2200" b="0" dirty="0">
                <a:solidFill>
                  <a:schemeClr val="tx1"/>
                </a:solidFill>
                <a:latin typeface="Times New Roman" panose="02020603050405020304" pitchFamily="18" charset="0"/>
                <a:cs typeface="Times New Roman" panose="02020603050405020304" pitchFamily="18" charset="0"/>
                <a:sym typeface="+mn-ea"/>
              </a:rPr>
              <a:t>n nh</a:t>
            </a:r>
            <a:r>
              <a:rPr lang="en-US" altLang="en-US" sz="2200" b="0" dirty="0">
                <a:solidFill>
                  <a:schemeClr val="tx1"/>
                </a:solidFill>
                <a:latin typeface="Times New Roman" panose="02020603050405020304" pitchFamily="18" charset="0"/>
                <a:cs typeface="Times New Roman" panose="02020603050405020304" pitchFamily="18" charset="0"/>
                <a:sym typeface="+mn-ea"/>
              </a:rPr>
              <a:t>ó</a:t>
            </a:r>
            <a:r>
              <a:rPr lang="en-US" altLang="en-GB" sz="2200" b="0" dirty="0">
                <a:solidFill>
                  <a:schemeClr val="tx1"/>
                </a:solidFill>
                <a:latin typeface="Times New Roman" panose="02020603050405020304" pitchFamily="18" charset="0"/>
                <a:cs typeface="Times New Roman" panose="02020603050405020304" pitchFamily="18" charset="0"/>
                <a:sym typeface="+mn-ea"/>
              </a:rPr>
              <a:t>m chỉ sử dụng linh kiện phổ thông, gi</a:t>
            </a:r>
            <a:r>
              <a:rPr lang="en-US" altLang="en-US" sz="2200" b="0" dirty="0">
                <a:solidFill>
                  <a:schemeClr val="tx1"/>
                </a:solidFill>
                <a:latin typeface="Times New Roman" panose="02020603050405020304" pitchFamily="18" charset="0"/>
                <a:cs typeface="Times New Roman" panose="02020603050405020304" pitchFamily="18" charset="0"/>
                <a:sym typeface="+mn-ea"/>
              </a:rPr>
              <a:t>á</a:t>
            </a:r>
            <a:r>
              <a:rPr lang="en-US" altLang="en-GB" sz="2200" b="0" dirty="0">
                <a:solidFill>
                  <a:schemeClr val="tx1"/>
                </a:solidFill>
                <a:latin typeface="Times New Roman" panose="02020603050405020304" pitchFamily="18" charset="0"/>
                <a:cs typeface="Times New Roman" panose="02020603050405020304" pitchFamily="18" charset="0"/>
                <a:sym typeface="+mn-ea"/>
              </a:rPr>
              <a:t> rẻ; </a:t>
            </a:r>
            <a:r>
              <a:rPr lang="en-US" altLang="en-US" sz="2200" b="0" dirty="0">
                <a:solidFill>
                  <a:schemeClr val="tx1"/>
                </a:solidFill>
                <a:latin typeface="Times New Roman" panose="02020603050405020304" pitchFamily="18" charset="0"/>
                <a:cs typeface="Times New Roman" panose="02020603050405020304" pitchFamily="18" charset="0"/>
                <a:sym typeface="+mn-ea"/>
              </a:rPr>
              <a:t>đ</a:t>
            </a:r>
            <a:r>
              <a:rPr lang="en-US" altLang="en-GB" sz="2200" b="0" dirty="0">
                <a:solidFill>
                  <a:schemeClr val="tx1"/>
                </a:solidFill>
                <a:latin typeface="Times New Roman" panose="02020603050405020304" pitchFamily="18" charset="0"/>
                <a:cs typeface="Times New Roman" panose="02020603050405020304" pitchFamily="18" charset="0"/>
                <a:sym typeface="+mn-ea"/>
              </a:rPr>
              <a:t>ộ ch</a:t>
            </a:r>
            <a:r>
              <a:rPr lang="en-US" altLang="en-US" sz="2200" b="0" dirty="0">
                <a:solidFill>
                  <a:schemeClr val="tx1"/>
                </a:solidFill>
                <a:latin typeface="Times New Roman" panose="02020603050405020304" pitchFamily="18" charset="0"/>
                <a:cs typeface="Times New Roman" panose="02020603050405020304" pitchFamily="18" charset="0"/>
                <a:sym typeface="+mn-ea"/>
              </a:rPr>
              <a:t>í</a:t>
            </a:r>
            <a:r>
              <a:rPr lang="en-US" altLang="en-GB" sz="2200" b="0" dirty="0">
                <a:solidFill>
                  <a:schemeClr val="tx1"/>
                </a:solidFill>
                <a:latin typeface="Times New Roman" panose="02020603050405020304" pitchFamily="18" charset="0"/>
                <a:cs typeface="Times New Roman" panose="02020603050405020304" pitchFamily="18" charset="0"/>
                <a:sym typeface="+mn-ea"/>
              </a:rPr>
              <a:t>nh x</a:t>
            </a:r>
            <a:r>
              <a:rPr lang="en-US" altLang="en-US" sz="2200" b="0" dirty="0">
                <a:solidFill>
                  <a:schemeClr val="tx1"/>
                </a:solidFill>
                <a:latin typeface="Times New Roman" panose="02020603050405020304" pitchFamily="18" charset="0"/>
                <a:cs typeface="Times New Roman" panose="02020603050405020304" pitchFamily="18" charset="0"/>
                <a:sym typeface="+mn-ea"/>
              </a:rPr>
              <a:t>á</a:t>
            </a:r>
            <a:r>
              <a:rPr lang="en-US" altLang="en-GB" sz="2200" b="0" dirty="0">
                <a:solidFill>
                  <a:schemeClr val="tx1"/>
                </a:solidFill>
                <a:latin typeface="Times New Roman" panose="02020603050405020304" pitchFamily="18" charset="0"/>
                <a:cs typeface="Times New Roman" panose="02020603050405020304" pitchFamily="18" charset="0"/>
                <a:sym typeface="+mn-ea"/>
              </a:rPr>
              <a:t>c và </a:t>
            </a:r>
            <a:r>
              <a:rPr lang="en-US" altLang="en-US" sz="2200" b="0" dirty="0">
                <a:solidFill>
                  <a:schemeClr val="tx1"/>
                </a:solidFill>
                <a:latin typeface="Times New Roman" panose="02020603050405020304" pitchFamily="18" charset="0"/>
                <a:cs typeface="Times New Roman" panose="02020603050405020304" pitchFamily="18" charset="0"/>
                <a:sym typeface="+mn-ea"/>
              </a:rPr>
              <a:t>đ</a:t>
            </a:r>
            <a:r>
              <a:rPr lang="en-US" altLang="en-GB" sz="2200" b="0" dirty="0">
                <a:solidFill>
                  <a:schemeClr val="tx1"/>
                </a:solidFill>
                <a:latin typeface="Times New Roman" panose="02020603050405020304" pitchFamily="18" charset="0"/>
                <a:cs typeface="Times New Roman" panose="02020603050405020304" pitchFamily="18" charset="0"/>
                <a:sym typeface="+mn-ea"/>
              </a:rPr>
              <a:t>ộ bền không thể so s</a:t>
            </a:r>
            <a:r>
              <a:rPr lang="en-US" altLang="en-US" sz="2200" b="0" dirty="0">
                <a:solidFill>
                  <a:schemeClr val="tx1"/>
                </a:solidFill>
                <a:latin typeface="Times New Roman" panose="02020603050405020304" pitchFamily="18" charset="0"/>
                <a:cs typeface="Times New Roman" panose="02020603050405020304" pitchFamily="18" charset="0"/>
                <a:sym typeface="+mn-ea"/>
              </a:rPr>
              <a:t>á</a:t>
            </a:r>
            <a:r>
              <a:rPr lang="en-US" altLang="en-GB" sz="2200" b="0" dirty="0">
                <a:solidFill>
                  <a:schemeClr val="tx1"/>
                </a:solidFill>
                <a:latin typeface="Times New Roman" panose="02020603050405020304" pitchFamily="18" charset="0"/>
                <a:cs typeface="Times New Roman" panose="02020603050405020304" pitchFamily="18" charset="0"/>
                <a:sym typeface="+mn-ea"/>
              </a:rPr>
              <a:t>nh với thiết bị chuy</a:t>
            </a:r>
            <a:r>
              <a:rPr lang="en-US" altLang="en-US" sz="2200" b="0" dirty="0">
                <a:solidFill>
                  <a:schemeClr val="tx1"/>
                </a:solidFill>
                <a:latin typeface="Times New Roman" panose="02020603050405020304" pitchFamily="18" charset="0"/>
                <a:cs typeface="Times New Roman" panose="02020603050405020304" pitchFamily="18" charset="0"/>
                <a:sym typeface="+mn-ea"/>
              </a:rPr>
              <a:t>ê</a:t>
            </a:r>
            <a:r>
              <a:rPr lang="en-US" altLang="en-GB" sz="2200" b="0" dirty="0">
                <a:solidFill>
                  <a:schemeClr val="tx1"/>
                </a:solidFill>
                <a:latin typeface="Times New Roman" panose="02020603050405020304" pitchFamily="18" charset="0"/>
                <a:cs typeface="Times New Roman" panose="02020603050405020304" pitchFamily="18" charset="0"/>
                <a:sym typeface="+mn-ea"/>
              </a:rPr>
              <a:t>n dụng.</a:t>
            </a:r>
            <a:endParaRPr lang="en-US" altLang="en-GB" sz="2200" b="0" dirty="0">
              <a:solidFill>
                <a:schemeClr val="tx1"/>
              </a:solidFill>
              <a:latin typeface="Times New Roman" panose="02020603050405020304" pitchFamily="18" charset="0"/>
              <a:cs typeface="Times New Roman" panose="02020603050405020304" pitchFamily="18" charset="0"/>
              <a:sym typeface="+mn-ea"/>
            </a:endParaRPr>
          </a:p>
          <a:p>
            <a:pPr marL="0" lvl="0" indent="457200">
              <a:spcBef>
                <a:spcPct val="0"/>
              </a:spcBef>
              <a:spcAft>
                <a:spcPct val="0"/>
              </a:spcAft>
              <a:buNone/>
            </a:pPr>
            <a:r>
              <a:rPr lang="en-US" altLang="en-GB" sz="2200" b="0" dirty="0">
                <a:solidFill>
                  <a:schemeClr val="tx1"/>
                </a:solidFill>
                <a:latin typeface="Times New Roman" panose="02020603050405020304" pitchFamily="18" charset="0"/>
                <a:cs typeface="Times New Roman" panose="02020603050405020304" pitchFamily="18" charset="0"/>
                <a:sym typeface="+mn-ea"/>
              </a:rPr>
              <a:t>Cảm biến  thuộc loại th</a:t>
            </a:r>
            <a:r>
              <a:rPr lang="en-US" altLang="en-US" sz="2200" b="0" dirty="0">
                <a:solidFill>
                  <a:schemeClr val="tx1"/>
                </a:solidFill>
                <a:latin typeface="Times New Roman" panose="02020603050405020304" pitchFamily="18" charset="0"/>
                <a:cs typeface="Times New Roman" panose="02020603050405020304" pitchFamily="18" charset="0"/>
                <a:sym typeface="+mn-ea"/>
              </a:rPr>
              <a:t>ươ</a:t>
            </a:r>
            <a:r>
              <a:rPr lang="en-US" altLang="en-GB" sz="2200" b="0" dirty="0">
                <a:solidFill>
                  <a:schemeClr val="tx1"/>
                </a:solidFill>
                <a:latin typeface="Times New Roman" panose="02020603050405020304" pitchFamily="18" charset="0"/>
                <a:cs typeface="Times New Roman" panose="02020603050405020304" pitchFamily="18" charset="0"/>
                <a:sym typeface="+mn-ea"/>
              </a:rPr>
              <a:t>ng mại gi</a:t>
            </a:r>
            <a:r>
              <a:rPr lang="en-US" altLang="en-US" sz="2200" b="0" dirty="0">
                <a:solidFill>
                  <a:schemeClr val="tx1"/>
                </a:solidFill>
                <a:latin typeface="Times New Roman" panose="02020603050405020304" pitchFamily="18" charset="0"/>
                <a:cs typeface="Times New Roman" panose="02020603050405020304" pitchFamily="18" charset="0"/>
                <a:sym typeface="+mn-ea"/>
              </a:rPr>
              <a:t>á</a:t>
            </a:r>
            <a:r>
              <a:rPr lang="en-US" altLang="en-GB" sz="2200" b="0" dirty="0">
                <a:solidFill>
                  <a:schemeClr val="tx1"/>
                </a:solidFill>
                <a:latin typeface="Times New Roman" panose="02020603050405020304" pitchFamily="18" charset="0"/>
                <a:cs typeface="Times New Roman" panose="02020603050405020304" pitchFamily="18" charset="0"/>
                <a:sym typeface="+mn-ea"/>
              </a:rPr>
              <a:t> thấp, n</a:t>
            </a:r>
            <a:r>
              <a:rPr lang="en-US" altLang="en-US" sz="2200" b="0" dirty="0">
                <a:solidFill>
                  <a:schemeClr val="tx1"/>
                </a:solidFill>
                <a:latin typeface="Times New Roman" panose="02020603050405020304" pitchFamily="18" charset="0"/>
                <a:cs typeface="Times New Roman" panose="02020603050405020304" pitchFamily="18" charset="0"/>
                <a:sym typeface="+mn-ea"/>
              </a:rPr>
              <a:t>ê</a:t>
            </a:r>
            <a:r>
              <a:rPr lang="en-US" altLang="en-GB" sz="2200" b="0" dirty="0">
                <a:solidFill>
                  <a:schemeClr val="tx1"/>
                </a:solidFill>
                <a:latin typeface="Times New Roman" panose="02020603050405020304" pitchFamily="18" charset="0"/>
                <a:cs typeface="Times New Roman" panose="02020603050405020304" pitchFamily="18" charset="0"/>
                <a:sym typeface="+mn-ea"/>
              </a:rPr>
              <a:t>n khả n</a:t>
            </a:r>
            <a:r>
              <a:rPr lang="en-US" altLang="en-US" sz="2200" b="0" dirty="0">
                <a:solidFill>
                  <a:schemeClr val="tx1"/>
                </a:solidFill>
                <a:latin typeface="Times New Roman" panose="02020603050405020304" pitchFamily="18" charset="0"/>
                <a:cs typeface="Times New Roman" panose="02020603050405020304" pitchFamily="18" charset="0"/>
                <a:sym typeface="+mn-ea"/>
              </a:rPr>
              <a:t>ă</a:t>
            </a:r>
            <a:r>
              <a:rPr lang="en-US" altLang="en-GB" sz="2200" b="0" dirty="0">
                <a:solidFill>
                  <a:schemeClr val="tx1"/>
                </a:solidFill>
                <a:latin typeface="Times New Roman" panose="02020603050405020304" pitchFamily="18" charset="0"/>
                <a:cs typeface="Times New Roman" panose="02020603050405020304" pitchFamily="18" charset="0"/>
                <a:sym typeface="+mn-ea"/>
              </a:rPr>
              <a:t>ng </a:t>
            </a:r>
            <a:r>
              <a:rPr lang="en-US" altLang="en-US" sz="2200" b="0" dirty="0">
                <a:solidFill>
                  <a:schemeClr val="tx1"/>
                </a:solidFill>
                <a:latin typeface="Times New Roman" panose="02020603050405020304" pitchFamily="18" charset="0"/>
                <a:cs typeface="Times New Roman" panose="02020603050405020304" pitchFamily="18" charset="0"/>
                <a:sym typeface="+mn-ea"/>
              </a:rPr>
              <a:t>đ</a:t>
            </a:r>
            <a:r>
              <a:rPr lang="en-US" altLang="en-GB" sz="2200" b="0" dirty="0">
                <a:solidFill>
                  <a:schemeClr val="tx1"/>
                </a:solidFill>
                <a:latin typeface="Times New Roman" panose="02020603050405020304" pitchFamily="18" charset="0"/>
                <a:cs typeface="Times New Roman" panose="02020603050405020304" pitchFamily="18" charset="0"/>
                <a:sym typeface="+mn-ea"/>
              </a:rPr>
              <a:t>o chịu ảnh h</a:t>
            </a:r>
            <a:r>
              <a:rPr lang="en-US" altLang="en-US" sz="2200" b="0" dirty="0">
                <a:solidFill>
                  <a:schemeClr val="tx1"/>
                </a:solidFill>
                <a:latin typeface="Times New Roman" panose="02020603050405020304" pitchFamily="18" charset="0"/>
                <a:cs typeface="Times New Roman" panose="02020603050405020304" pitchFamily="18" charset="0"/>
                <a:sym typeface="+mn-ea"/>
              </a:rPr>
              <a:t>ư</a:t>
            </a:r>
            <a:r>
              <a:rPr lang="en-US" altLang="en-GB" sz="2200" b="0" dirty="0">
                <a:solidFill>
                  <a:schemeClr val="tx1"/>
                </a:solidFill>
                <a:latin typeface="Times New Roman" panose="02020603050405020304" pitchFamily="18" charset="0"/>
                <a:cs typeface="Times New Roman" panose="02020603050405020304" pitchFamily="18" charset="0"/>
                <a:sym typeface="+mn-ea"/>
              </a:rPr>
              <a:t>ởng bởi nhiễu và </a:t>
            </a:r>
            <a:r>
              <a:rPr lang="en-US" altLang="en-US" sz="2200" b="0" dirty="0">
                <a:solidFill>
                  <a:schemeClr val="tx1"/>
                </a:solidFill>
                <a:latin typeface="Times New Roman" panose="02020603050405020304" pitchFamily="18" charset="0"/>
                <a:cs typeface="Times New Roman" panose="02020603050405020304" pitchFamily="18" charset="0"/>
                <a:sym typeface="+mn-ea"/>
              </a:rPr>
              <a:t>đ</a:t>
            </a:r>
            <a:r>
              <a:rPr lang="en-US" altLang="en-GB" sz="2200" b="0" dirty="0">
                <a:solidFill>
                  <a:schemeClr val="tx1"/>
                </a:solidFill>
                <a:latin typeface="Times New Roman" panose="02020603050405020304" pitchFamily="18" charset="0"/>
                <a:cs typeface="Times New Roman" panose="02020603050405020304" pitchFamily="18" charset="0"/>
                <a:sym typeface="+mn-ea"/>
              </a:rPr>
              <a:t>iều kiện thực nghiệm, ch</a:t>
            </a:r>
            <a:r>
              <a:rPr lang="en-US" altLang="en-US" sz="2200" b="0" dirty="0">
                <a:solidFill>
                  <a:schemeClr val="tx1"/>
                </a:solidFill>
                <a:latin typeface="Times New Roman" panose="02020603050405020304" pitchFamily="18" charset="0"/>
                <a:cs typeface="Times New Roman" panose="02020603050405020304" pitchFamily="18" charset="0"/>
                <a:sym typeface="+mn-ea"/>
              </a:rPr>
              <a:t>ư</a:t>
            </a:r>
            <a:r>
              <a:rPr lang="en-US" altLang="en-GB" sz="2200" b="0" dirty="0">
                <a:solidFill>
                  <a:schemeClr val="tx1"/>
                </a:solidFill>
                <a:latin typeface="Times New Roman" panose="02020603050405020304" pitchFamily="18" charset="0"/>
                <a:cs typeface="Times New Roman" panose="02020603050405020304" pitchFamily="18" charset="0"/>
                <a:sym typeface="+mn-ea"/>
              </a:rPr>
              <a:t>a </a:t>
            </a:r>
            <a:r>
              <a:rPr lang="en-US" altLang="en-US" sz="2200" b="0" dirty="0">
                <a:solidFill>
                  <a:schemeClr val="tx1"/>
                </a:solidFill>
                <a:latin typeface="Times New Roman" panose="02020603050405020304" pitchFamily="18" charset="0"/>
                <a:cs typeface="Times New Roman" panose="02020603050405020304" pitchFamily="18" charset="0"/>
                <a:sym typeface="+mn-ea"/>
              </a:rPr>
              <a:t>đ</a:t>
            </a:r>
            <a:r>
              <a:rPr lang="en-US" altLang="en-GB" sz="2200" b="0" dirty="0">
                <a:solidFill>
                  <a:schemeClr val="tx1"/>
                </a:solidFill>
                <a:latin typeface="Times New Roman" panose="02020603050405020304" pitchFamily="18" charset="0"/>
                <a:cs typeface="Times New Roman" panose="02020603050405020304" pitchFamily="18" charset="0"/>
                <a:sym typeface="+mn-ea"/>
              </a:rPr>
              <a:t>ạt </a:t>
            </a:r>
            <a:r>
              <a:rPr lang="en-US" altLang="en-US" sz="2200" b="0" dirty="0">
                <a:solidFill>
                  <a:schemeClr val="tx1"/>
                </a:solidFill>
                <a:latin typeface="Times New Roman" panose="02020603050405020304" pitchFamily="18" charset="0"/>
                <a:cs typeface="Times New Roman" panose="02020603050405020304" pitchFamily="18" charset="0"/>
                <a:sym typeface="+mn-ea"/>
              </a:rPr>
              <a:t>đ</a:t>
            </a:r>
            <a:r>
              <a:rPr lang="en-US" altLang="en-GB" sz="2200" b="0" dirty="0">
                <a:solidFill>
                  <a:schemeClr val="tx1"/>
                </a:solidFill>
                <a:latin typeface="Times New Roman" panose="02020603050405020304" pitchFamily="18" charset="0"/>
                <a:cs typeface="Times New Roman" panose="02020603050405020304" pitchFamily="18" charset="0"/>
                <a:sym typeface="+mn-ea"/>
              </a:rPr>
              <a:t>ộ ch</a:t>
            </a:r>
            <a:r>
              <a:rPr lang="en-US" altLang="en-US" sz="2200" b="0" dirty="0">
                <a:solidFill>
                  <a:schemeClr val="tx1"/>
                </a:solidFill>
                <a:latin typeface="Times New Roman" panose="02020603050405020304" pitchFamily="18" charset="0"/>
                <a:cs typeface="Times New Roman" panose="02020603050405020304" pitchFamily="18" charset="0"/>
                <a:sym typeface="+mn-ea"/>
              </a:rPr>
              <a:t>í</a:t>
            </a:r>
            <a:r>
              <a:rPr lang="en-US" altLang="en-GB" sz="2200" b="0" dirty="0">
                <a:solidFill>
                  <a:schemeClr val="tx1"/>
                </a:solidFill>
                <a:latin typeface="Times New Roman" panose="02020603050405020304" pitchFamily="18" charset="0"/>
                <a:cs typeface="Times New Roman" panose="02020603050405020304" pitchFamily="18" charset="0"/>
                <a:sym typeface="+mn-ea"/>
              </a:rPr>
              <a:t>nh x</a:t>
            </a:r>
            <a:r>
              <a:rPr lang="en-US" altLang="en-US" sz="2200" b="0" dirty="0">
                <a:solidFill>
                  <a:schemeClr val="tx1"/>
                </a:solidFill>
                <a:latin typeface="Times New Roman" panose="02020603050405020304" pitchFamily="18" charset="0"/>
                <a:cs typeface="Times New Roman" panose="02020603050405020304" pitchFamily="18" charset="0"/>
                <a:sym typeface="+mn-ea"/>
              </a:rPr>
              <a:t>á</a:t>
            </a:r>
            <a:r>
              <a:rPr lang="en-US" altLang="en-GB" sz="2200" b="0" dirty="0">
                <a:solidFill>
                  <a:schemeClr val="tx1"/>
                </a:solidFill>
                <a:latin typeface="Times New Roman" panose="02020603050405020304" pitchFamily="18" charset="0"/>
                <a:cs typeface="Times New Roman" panose="02020603050405020304" pitchFamily="18" charset="0"/>
                <a:sym typeface="+mn-ea"/>
              </a:rPr>
              <a:t>c tuyệt </a:t>
            </a:r>
            <a:r>
              <a:rPr lang="en-US" altLang="en-US" sz="2200" b="0" dirty="0">
                <a:solidFill>
                  <a:schemeClr val="tx1"/>
                </a:solidFill>
                <a:latin typeface="Times New Roman" panose="02020603050405020304" pitchFamily="18" charset="0"/>
                <a:cs typeface="Times New Roman" panose="02020603050405020304" pitchFamily="18" charset="0"/>
                <a:sym typeface="+mn-ea"/>
              </a:rPr>
              <a:t>đ</a:t>
            </a:r>
            <a:r>
              <a:rPr lang="en-US" altLang="en-GB" sz="2200" b="0" dirty="0">
                <a:solidFill>
                  <a:schemeClr val="tx1"/>
                </a:solidFill>
                <a:latin typeface="Times New Roman" panose="02020603050405020304" pitchFamily="18" charset="0"/>
                <a:cs typeface="Times New Roman" panose="02020603050405020304" pitchFamily="18" charset="0"/>
                <a:sym typeface="+mn-ea"/>
              </a:rPr>
              <a:t>ối.</a:t>
            </a:r>
            <a:endParaRPr lang="en-US" altLang="en-GB" sz="2200" b="0" dirty="0">
              <a:solidFill>
                <a:schemeClr val="tx1"/>
              </a:solidFill>
              <a:latin typeface="Times New Roman" panose="02020603050405020304" pitchFamily="18" charset="0"/>
              <a:cs typeface="Times New Roman" panose="02020603050405020304" pitchFamily="18" charset="0"/>
              <a:sym typeface="+mn-ea"/>
            </a:endParaRPr>
          </a:p>
          <a:p>
            <a:pPr marL="0" lvl="0" indent="457200">
              <a:spcBef>
                <a:spcPct val="0"/>
              </a:spcBef>
              <a:spcAft>
                <a:spcPct val="0"/>
              </a:spcAft>
              <a:buNone/>
            </a:pPr>
            <a:r>
              <a:rPr lang="en-US" altLang="en-GB" sz="2200" b="0" dirty="0">
                <a:solidFill>
                  <a:schemeClr val="tx1"/>
                </a:solidFill>
                <a:latin typeface="Times New Roman" panose="02020603050405020304" pitchFamily="18" charset="0"/>
                <a:cs typeface="Times New Roman" panose="02020603050405020304" pitchFamily="18" charset="0"/>
                <a:sym typeface="+mn-ea"/>
              </a:rPr>
              <a:t>Ứng dụng Android mới ở mức c</a:t>
            </a:r>
            <a:r>
              <a:rPr lang="en-US" altLang="en-US" sz="2200" b="0" dirty="0">
                <a:solidFill>
                  <a:schemeClr val="tx1"/>
                </a:solidFill>
                <a:latin typeface="Times New Roman" panose="02020603050405020304" pitchFamily="18" charset="0"/>
                <a:cs typeface="Times New Roman" panose="02020603050405020304" pitchFamily="18" charset="0"/>
                <a:sym typeface="+mn-ea"/>
              </a:rPr>
              <a:t>ơ</a:t>
            </a:r>
            <a:r>
              <a:rPr lang="en-US" altLang="en-GB" sz="2200" b="0" dirty="0">
                <a:solidFill>
                  <a:schemeClr val="tx1"/>
                </a:solidFill>
                <a:latin typeface="Times New Roman" panose="02020603050405020304" pitchFamily="18" charset="0"/>
                <a:cs typeface="Times New Roman" panose="02020603050405020304" pitchFamily="18" charset="0"/>
                <a:sym typeface="+mn-ea"/>
              </a:rPr>
              <a:t> bản, chỉ hiển thị và l</a:t>
            </a:r>
            <a:r>
              <a:rPr lang="en-US" altLang="en-US" sz="2200" b="0" dirty="0">
                <a:solidFill>
                  <a:schemeClr val="tx1"/>
                </a:solidFill>
                <a:latin typeface="Times New Roman" panose="02020603050405020304" pitchFamily="18" charset="0"/>
                <a:cs typeface="Times New Roman" panose="02020603050405020304" pitchFamily="18" charset="0"/>
                <a:sym typeface="+mn-ea"/>
              </a:rPr>
              <a:t>ư</a:t>
            </a:r>
            <a:r>
              <a:rPr lang="en-US" altLang="en-GB" sz="2200" b="0" dirty="0">
                <a:solidFill>
                  <a:schemeClr val="tx1"/>
                </a:solidFill>
                <a:latin typeface="Times New Roman" panose="02020603050405020304" pitchFamily="18" charset="0"/>
                <a:cs typeface="Times New Roman" panose="02020603050405020304" pitchFamily="18" charset="0"/>
                <a:sym typeface="+mn-ea"/>
              </a:rPr>
              <a:t>u dữ liệu; ch</a:t>
            </a:r>
            <a:r>
              <a:rPr lang="en-US" altLang="en-US" sz="2200" b="0" dirty="0">
                <a:solidFill>
                  <a:schemeClr val="tx1"/>
                </a:solidFill>
                <a:latin typeface="Times New Roman" panose="02020603050405020304" pitchFamily="18" charset="0"/>
                <a:cs typeface="Times New Roman" panose="02020603050405020304" pitchFamily="18" charset="0"/>
                <a:sym typeface="+mn-ea"/>
              </a:rPr>
              <a:t>ư</a:t>
            </a:r>
            <a:r>
              <a:rPr lang="en-US" altLang="en-GB" sz="2200" b="0" dirty="0">
                <a:solidFill>
                  <a:schemeClr val="tx1"/>
                </a:solidFill>
                <a:latin typeface="Times New Roman" panose="02020603050405020304" pitchFamily="18" charset="0"/>
                <a:cs typeface="Times New Roman" panose="02020603050405020304" pitchFamily="18" charset="0"/>
                <a:sym typeface="+mn-ea"/>
              </a:rPr>
              <a:t>a c</a:t>
            </a:r>
            <a:r>
              <a:rPr lang="en-US" altLang="en-US" sz="2200" b="0" dirty="0">
                <a:solidFill>
                  <a:schemeClr val="tx1"/>
                </a:solidFill>
                <a:latin typeface="Times New Roman" panose="02020603050405020304" pitchFamily="18" charset="0"/>
                <a:cs typeface="Times New Roman" panose="02020603050405020304" pitchFamily="18" charset="0"/>
                <a:sym typeface="+mn-ea"/>
              </a:rPr>
              <a:t>ó</a:t>
            </a:r>
            <a:r>
              <a:rPr lang="en-US" altLang="en-GB" sz="2200" b="0" dirty="0">
                <a:solidFill>
                  <a:schemeClr val="tx1"/>
                </a:solidFill>
                <a:latin typeface="Times New Roman" panose="02020603050405020304" pitchFamily="18" charset="0"/>
                <a:cs typeface="Times New Roman" panose="02020603050405020304" pitchFamily="18" charset="0"/>
                <a:sym typeface="+mn-ea"/>
              </a:rPr>
              <a:t> ph</a:t>
            </a:r>
            <a:r>
              <a:rPr lang="en-US" altLang="en-US" sz="2200" b="0" dirty="0">
                <a:solidFill>
                  <a:schemeClr val="tx1"/>
                </a:solidFill>
                <a:latin typeface="Times New Roman" panose="02020603050405020304" pitchFamily="18" charset="0"/>
                <a:cs typeface="Times New Roman" panose="02020603050405020304" pitchFamily="18" charset="0"/>
                <a:sym typeface="+mn-ea"/>
              </a:rPr>
              <a:t>â</a:t>
            </a:r>
            <a:r>
              <a:rPr lang="en-US" altLang="en-GB" sz="2200" b="0" dirty="0">
                <a:solidFill>
                  <a:schemeClr val="tx1"/>
                </a:solidFill>
                <a:latin typeface="Times New Roman" panose="02020603050405020304" pitchFamily="18" charset="0"/>
                <a:cs typeface="Times New Roman" panose="02020603050405020304" pitchFamily="18" charset="0"/>
                <a:sym typeface="+mn-ea"/>
              </a:rPr>
              <a:t>n t</a:t>
            </a:r>
            <a:r>
              <a:rPr lang="en-US" altLang="en-US" sz="2200" b="0" dirty="0">
                <a:solidFill>
                  <a:schemeClr val="tx1"/>
                </a:solidFill>
                <a:latin typeface="Times New Roman" panose="02020603050405020304" pitchFamily="18" charset="0"/>
                <a:cs typeface="Times New Roman" panose="02020603050405020304" pitchFamily="18" charset="0"/>
                <a:sym typeface="+mn-ea"/>
              </a:rPr>
              <a:t>í</a:t>
            </a:r>
            <a:r>
              <a:rPr lang="en-US" altLang="en-GB" sz="2200" b="0" dirty="0">
                <a:solidFill>
                  <a:schemeClr val="tx1"/>
                </a:solidFill>
                <a:latin typeface="Times New Roman" panose="02020603050405020304" pitchFamily="18" charset="0"/>
                <a:cs typeface="Times New Roman" panose="02020603050405020304" pitchFamily="18" charset="0"/>
                <a:sym typeface="+mn-ea"/>
              </a:rPr>
              <a:t>ch chuy</a:t>
            </a:r>
            <a:r>
              <a:rPr lang="en-US" altLang="en-US" sz="2200" b="0" dirty="0">
                <a:solidFill>
                  <a:schemeClr val="tx1"/>
                </a:solidFill>
                <a:latin typeface="Times New Roman" panose="02020603050405020304" pitchFamily="18" charset="0"/>
                <a:cs typeface="Times New Roman" panose="02020603050405020304" pitchFamily="18" charset="0"/>
                <a:sym typeface="+mn-ea"/>
              </a:rPr>
              <a:t>ê</a:t>
            </a:r>
            <a:r>
              <a:rPr lang="en-US" altLang="en-GB" sz="2200" b="0" dirty="0">
                <a:solidFill>
                  <a:schemeClr val="tx1"/>
                </a:solidFill>
                <a:latin typeface="Times New Roman" panose="02020603050405020304" pitchFamily="18" charset="0"/>
                <a:cs typeface="Times New Roman" panose="02020603050405020304" pitchFamily="18" charset="0"/>
                <a:sym typeface="+mn-ea"/>
              </a:rPr>
              <a:t>n s</a:t>
            </a:r>
            <a:r>
              <a:rPr lang="en-US" altLang="en-US" sz="2200" b="0" dirty="0">
                <a:solidFill>
                  <a:schemeClr val="tx1"/>
                </a:solidFill>
                <a:latin typeface="Times New Roman" panose="02020603050405020304" pitchFamily="18" charset="0"/>
                <a:cs typeface="Times New Roman" panose="02020603050405020304" pitchFamily="18" charset="0"/>
                <a:sym typeface="+mn-ea"/>
              </a:rPr>
              <a:t>â</a:t>
            </a:r>
            <a:r>
              <a:rPr lang="en-US" altLang="en-GB" sz="2200" b="0" dirty="0">
                <a:solidFill>
                  <a:schemeClr val="tx1"/>
                </a:solidFill>
                <a:latin typeface="Times New Roman" panose="02020603050405020304" pitchFamily="18" charset="0"/>
                <a:cs typeface="Times New Roman" panose="02020603050405020304" pitchFamily="18" charset="0"/>
                <a:sym typeface="+mn-ea"/>
              </a:rPr>
              <a:t>u, cảnh b</a:t>
            </a:r>
            <a:r>
              <a:rPr lang="en-US" altLang="en-US" sz="2200" b="0" dirty="0">
                <a:solidFill>
                  <a:schemeClr val="tx1"/>
                </a:solidFill>
                <a:latin typeface="Times New Roman" panose="02020603050405020304" pitchFamily="18" charset="0"/>
                <a:cs typeface="Times New Roman" panose="02020603050405020304" pitchFamily="18" charset="0"/>
                <a:sym typeface="+mn-ea"/>
              </a:rPr>
              <a:t>á</a:t>
            </a:r>
            <a:r>
              <a:rPr lang="en-US" altLang="en-GB" sz="2200" b="0" dirty="0">
                <a:solidFill>
                  <a:schemeClr val="tx1"/>
                </a:solidFill>
                <a:latin typeface="Times New Roman" panose="02020603050405020304" pitchFamily="18" charset="0"/>
                <a:cs typeface="Times New Roman" panose="02020603050405020304" pitchFamily="18" charset="0"/>
                <a:sym typeface="+mn-ea"/>
              </a:rPr>
              <a:t>o thông minh hoặc giao diện tối </a:t>
            </a:r>
            <a:r>
              <a:rPr lang="en-US" altLang="en-US" sz="2200" b="0" dirty="0">
                <a:solidFill>
                  <a:schemeClr val="tx1"/>
                </a:solidFill>
                <a:latin typeface="Times New Roman" panose="02020603050405020304" pitchFamily="18" charset="0"/>
                <a:cs typeface="Times New Roman" panose="02020603050405020304" pitchFamily="18" charset="0"/>
                <a:sym typeface="+mn-ea"/>
              </a:rPr>
              <a:t>ư</a:t>
            </a:r>
            <a:r>
              <a:rPr lang="en-US" altLang="en-GB" sz="2200" b="0" dirty="0">
                <a:solidFill>
                  <a:schemeClr val="tx1"/>
                </a:solidFill>
                <a:latin typeface="Times New Roman" panose="02020603050405020304" pitchFamily="18" charset="0"/>
                <a:cs typeface="Times New Roman" panose="02020603050405020304" pitchFamily="18" charset="0"/>
                <a:sym typeface="+mn-ea"/>
              </a:rPr>
              <a:t>u.</a:t>
            </a:r>
            <a:endParaRPr lang="en-US" altLang="en-GB" sz="2200" b="0" dirty="0">
              <a:solidFill>
                <a:schemeClr val="tx1"/>
              </a:solidFill>
              <a:latin typeface="Times New Roman" panose="02020603050405020304" pitchFamily="18" charset="0"/>
              <a:cs typeface="Times New Roman" panose="02020603050405020304" pitchFamily="18" charset="0"/>
              <a:sym typeface="+mn-ea"/>
            </a:endParaRPr>
          </a:p>
          <a:p>
            <a:pPr marL="0" lvl="0" indent="457200">
              <a:spcBef>
                <a:spcPct val="0"/>
              </a:spcBef>
              <a:spcAft>
                <a:spcPct val="0"/>
              </a:spcAft>
              <a:buNone/>
            </a:pPr>
            <a:r>
              <a:rPr lang="en-US" altLang="en-GB" sz="2200" b="0" dirty="0">
                <a:solidFill>
                  <a:schemeClr val="tx1"/>
                </a:solidFill>
                <a:latin typeface="Times New Roman" panose="02020603050405020304" pitchFamily="18" charset="0"/>
                <a:cs typeface="Times New Roman" panose="02020603050405020304" pitchFamily="18" charset="0"/>
                <a:sym typeface="+mn-ea"/>
              </a:rPr>
              <a:t>Hệ thống server Firebase chỉ </a:t>
            </a:r>
            <a:r>
              <a:rPr lang="en-US" altLang="en-US" sz="2200" b="0" dirty="0">
                <a:solidFill>
                  <a:schemeClr val="tx1"/>
                </a:solidFill>
                <a:latin typeface="Times New Roman" panose="02020603050405020304" pitchFamily="18" charset="0"/>
                <a:cs typeface="Times New Roman" panose="02020603050405020304" pitchFamily="18" charset="0"/>
                <a:sym typeface="+mn-ea"/>
              </a:rPr>
              <a:t>đư</a:t>
            </a:r>
            <a:r>
              <a:rPr lang="en-US" altLang="en-GB" sz="2200" b="0" dirty="0">
                <a:solidFill>
                  <a:schemeClr val="tx1"/>
                </a:solidFill>
                <a:latin typeface="Times New Roman" panose="02020603050405020304" pitchFamily="18" charset="0"/>
                <a:cs typeface="Times New Roman" panose="02020603050405020304" pitchFamily="18" charset="0"/>
                <a:sym typeface="+mn-ea"/>
              </a:rPr>
              <a:t>ợc sử dụng ở mức l</a:t>
            </a:r>
            <a:r>
              <a:rPr lang="en-US" altLang="en-US" sz="2200" b="0" dirty="0">
                <a:solidFill>
                  <a:schemeClr val="tx1"/>
                </a:solidFill>
                <a:latin typeface="Times New Roman" panose="02020603050405020304" pitchFamily="18" charset="0"/>
                <a:cs typeface="Times New Roman" panose="02020603050405020304" pitchFamily="18" charset="0"/>
                <a:sym typeface="+mn-ea"/>
              </a:rPr>
              <a:t>ư</a:t>
            </a:r>
            <a:r>
              <a:rPr lang="en-US" altLang="en-GB" sz="2200" b="0" dirty="0">
                <a:solidFill>
                  <a:schemeClr val="tx1"/>
                </a:solidFill>
                <a:latin typeface="Times New Roman" panose="02020603050405020304" pitchFamily="18" charset="0"/>
                <a:cs typeface="Times New Roman" panose="02020603050405020304" pitchFamily="18" charset="0"/>
                <a:sym typeface="+mn-ea"/>
              </a:rPr>
              <a:t>u trữ và </a:t>
            </a:r>
            <a:r>
              <a:rPr lang="en-US" altLang="en-US" sz="2200" b="0" dirty="0">
                <a:solidFill>
                  <a:schemeClr val="tx1"/>
                </a:solidFill>
                <a:latin typeface="Times New Roman" panose="02020603050405020304" pitchFamily="18" charset="0"/>
                <a:cs typeface="Times New Roman" panose="02020603050405020304" pitchFamily="18" charset="0"/>
                <a:sym typeface="+mn-ea"/>
              </a:rPr>
              <a:t>đ</a:t>
            </a:r>
            <a:r>
              <a:rPr lang="en-US" altLang="en-GB" sz="2200" b="0" dirty="0">
                <a:solidFill>
                  <a:schemeClr val="tx1"/>
                </a:solidFill>
                <a:latin typeface="Times New Roman" panose="02020603050405020304" pitchFamily="18" charset="0"/>
                <a:cs typeface="Times New Roman" panose="02020603050405020304" pitchFamily="18" charset="0"/>
                <a:sym typeface="+mn-ea"/>
              </a:rPr>
              <a:t>ồng bộ </a:t>
            </a:r>
            <a:r>
              <a:rPr lang="en-US" altLang="en-US" sz="2200" b="0" dirty="0">
                <a:solidFill>
                  <a:schemeClr val="tx1"/>
                </a:solidFill>
                <a:latin typeface="Times New Roman" panose="02020603050405020304" pitchFamily="18" charset="0"/>
                <a:cs typeface="Times New Roman" panose="02020603050405020304" pitchFamily="18" charset="0"/>
                <a:sym typeface="+mn-ea"/>
              </a:rPr>
              <a:t>đơ</a:t>
            </a:r>
            <a:r>
              <a:rPr lang="en-US" altLang="en-GB" sz="2200" b="0" dirty="0">
                <a:solidFill>
                  <a:schemeClr val="tx1"/>
                </a:solidFill>
                <a:latin typeface="Times New Roman" panose="02020603050405020304" pitchFamily="18" charset="0"/>
                <a:cs typeface="Times New Roman" panose="02020603050405020304" pitchFamily="18" charset="0"/>
                <a:sym typeface="+mn-ea"/>
              </a:rPr>
              <a:t>n giản, ch</a:t>
            </a:r>
            <a:r>
              <a:rPr lang="en-US" altLang="en-US" sz="2200" b="0" dirty="0">
                <a:solidFill>
                  <a:schemeClr val="tx1"/>
                </a:solidFill>
                <a:latin typeface="Times New Roman" panose="02020603050405020304" pitchFamily="18" charset="0"/>
                <a:cs typeface="Times New Roman" panose="02020603050405020304" pitchFamily="18" charset="0"/>
                <a:sym typeface="+mn-ea"/>
              </a:rPr>
              <a:t>ư</a:t>
            </a:r>
            <a:r>
              <a:rPr lang="en-US" altLang="en-GB" sz="2200" b="0" dirty="0">
                <a:solidFill>
                  <a:schemeClr val="tx1"/>
                </a:solidFill>
                <a:latin typeface="Times New Roman" panose="02020603050405020304" pitchFamily="18" charset="0"/>
                <a:cs typeface="Times New Roman" panose="02020603050405020304" pitchFamily="18" charset="0"/>
                <a:sym typeface="+mn-ea"/>
              </a:rPr>
              <a:t>a triển khai ph</a:t>
            </a:r>
            <a:r>
              <a:rPr lang="en-US" altLang="en-US" sz="2200" b="0" dirty="0">
                <a:solidFill>
                  <a:schemeClr val="tx1"/>
                </a:solidFill>
                <a:latin typeface="Times New Roman" panose="02020603050405020304" pitchFamily="18" charset="0"/>
                <a:cs typeface="Times New Roman" panose="02020603050405020304" pitchFamily="18" charset="0"/>
                <a:sym typeface="+mn-ea"/>
              </a:rPr>
              <a:t>â</a:t>
            </a:r>
            <a:r>
              <a:rPr lang="en-US" altLang="en-GB" sz="2200" b="0" dirty="0">
                <a:solidFill>
                  <a:schemeClr val="tx1"/>
                </a:solidFill>
                <a:latin typeface="Times New Roman" panose="02020603050405020304" pitchFamily="18" charset="0"/>
                <a:cs typeface="Times New Roman" panose="02020603050405020304" pitchFamily="18" charset="0"/>
                <a:sym typeface="+mn-ea"/>
              </a:rPr>
              <a:t>n t</a:t>
            </a:r>
            <a:r>
              <a:rPr lang="en-US" altLang="en-US" sz="2200" b="0" dirty="0">
                <a:solidFill>
                  <a:schemeClr val="tx1"/>
                </a:solidFill>
                <a:latin typeface="Times New Roman" panose="02020603050405020304" pitchFamily="18" charset="0"/>
                <a:cs typeface="Times New Roman" panose="02020603050405020304" pitchFamily="18" charset="0"/>
                <a:sym typeface="+mn-ea"/>
              </a:rPr>
              <a:t>í</a:t>
            </a:r>
            <a:r>
              <a:rPr lang="en-US" altLang="en-GB" sz="2200" b="0" dirty="0">
                <a:solidFill>
                  <a:schemeClr val="tx1"/>
                </a:solidFill>
                <a:latin typeface="Times New Roman" panose="02020603050405020304" pitchFamily="18" charset="0"/>
                <a:cs typeface="Times New Roman" panose="02020603050405020304" pitchFamily="18" charset="0"/>
                <a:sym typeface="+mn-ea"/>
              </a:rPr>
              <a:t>ch dữ liệu n</a:t>
            </a:r>
            <a:r>
              <a:rPr lang="en-US" altLang="en-US" sz="2200" b="0" dirty="0">
                <a:solidFill>
                  <a:schemeClr val="tx1"/>
                </a:solidFill>
                <a:latin typeface="Times New Roman" panose="02020603050405020304" pitchFamily="18" charset="0"/>
                <a:cs typeface="Times New Roman" panose="02020603050405020304" pitchFamily="18" charset="0"/>
                <a:sym typeface="+mn-ea"/>
              </a:rPr>
              <a:t>â</a:t>
            </a:r>
            <a:r>
              <a:rPr lang="en-US" altLang="en-GB" sz="2200" b="0" dirty="0">
                <a:solidFill>
                  <a:schemeClr val="tx1"/>
                </a:solidFill>
                <a:latin typeface="Times New Roman" panose="02020603050405020304" pitchFamily="18" charset="0"/>
                <a:cs typeface="Times New Roman" panose="02020603050405020304" pitchFamily="18" charset="0"/>
                <a:sym typeface="+mn-ea"/>
              </a:rPr>
              <a:t>ng cao.</a:t>
            </a:r>
            <a:endParaRPr lang="en-US" altLang="en-GB" sz="2200" b="0" dirty="0">
              <a:solidFill>
                <a:schemeClr val="tx1"/>
              </a:solidFill>
              <a:latin typeface="Times New Roman" panose="02020603050405020304" pitchFamily="18" charset="0"/>
              <a:cs typeface="Times New Roman" panose="02020603050405020304" pitchFamily="18" charset="0"/>
              <a:sym typeface="+mn-ea"/>
            </a:endParaRPr>
          </a:p>
          <a:p>
            <a:pPr marL="0" lvl="0" indent="457200">
              <a:spcBef>
                <a:spcPct val="0"/>
              </a:spcBef>
              <a:spcAft>
                <a:spcPct val="0"/>
              </a:spcAft>
              <a:buNone/>
            </a:pPr>
            <a:r>
              <a:rPr lang="en-US" altLang="en-GB" sz="2200" b="0" dirty="0">
                <a:solidFill>
                  <a:schemeClr val="tx1"/>
                </a:solidFill>
                <a:latin typeface="Times New Roman" panose="02020603050405020304" pitchFamily="18" charset="0"/>
                <a:cs typeface="Times New Roman" panose="02020603050405020304" pitchFamily="18" charset="0"/>
                <a:sym typeface="+mn-ea"/>
              </a:rPr>
              <a:t>Thời gian thực hiện </a:t>
            </a:r>
            <a:r>
              <a:rPr lang="en-US" altLang="en-US" sz="2200" b="0" dirty="0">
                <a:solidFill>
                  <a:schemeClr val="tx1"/>
                </a:solidFill>
                <a:latin typeface="Times New Roman" panose="02020603050405020304" pitchFamily="18" charset="0"/>
                <a:cs typeface="Times New Roman" panose="02020603050405020304" pitchFamily="18" charset="0"/>
                <a:sym typeface="+mn-ea"/>
              </a:rPr>
              <a:t>đ</a:t>
            </a:r>
            <a:r>
              <a:rPr lang="en-US" altLang="en-GB" sz="2200" b="0" dirty="0">
                <a:solidFill>
                  <a:schemeClr val="tx1"/>
                </a:solidFill>
                <a:latin typeface="Times New Roman" panose="02020603050405020304" pitchFamily="18" charset="0"/>
                <a:cs typeface="Times New Roman" panose="02020603050405020304" pitchFamily="18" charset="0"/>
                <a:sym typeface="+mn-ea"/>
              </a:rPr>
              <a:t>ề tài ngắn, dẫn </a:t>
            </a:r>
            <a:r>
              <a:rPr lang="en-US" altLang="en-US" sz="2200" b="0" dirty="0">
                <a:solidFill>
                  <a:schemeClr val="tx1"/>
                </a:solidFill>
                <a:latin typeface="Times New Roman" panose="02020603050405020304" pitchFamily="18" charset="0"/>
                <a:cs typeface="Times New Roman" panose="02020603050405020304" pitchFamily="18" charset="0"/>
                <a:sym typeface="+mn-ea"/>
              </a:rPr>
              <a:t>đ</a:t>
            </a:r>
            <a:r>
              <a:rPr lang="en-US" altLang="en-GB" sz="2200" b="0" dirty="0">
                <a:solidFill>
                  <a:schemeClr val="tx1"/>
                </a:solidFill>
                <a:latin typeface="Times New Roman" panose="02020603050405020304" pitchFamily="18" charset="0"/>
                <a:cs typeface="Times New Roman" panose="02020603050405020304" pitchFamily="18" charset="0"/>
                <a:sym typeface="+mn-ea"/>
              </a:rPr>
              <a:t>ến qu</a:t>
            </a:r>
            <a:r>
              <a:rPr lang="en-US" altLang="en-US" sz="2200" b="0" dirty="0">
                <a:solidFill>
                  <a:schemeClr val="tx1"/>
                </a:solidFill>
                <a:latin typeface="Times New Roman" panose="02020603050405020304" pitchFamily="18" charset="0"/>
                <a:cs typeface="Times New Roman" panose="02020603050405020304" pitchFamily="18" charset="0"/>
                <a:sym typeface="+mn-ea"/>
              </a:rPr>
              <a:t>á</a:t>
            </a:r>
            <a:r>
              <a:rPr lang="en-US" altLang="en-GB" sz="2200" b="0" dirty="0">
                <a:solidFill>
                  <a:schemeClr val="tx1"/>
                </a:solidFill>
                <a:latin typeface="Times New Roman" panose="02020603050405020304" pitchFamily="18" charset="0"/>
                <a:cs typeface="Times New Roman" panose="02020603050405020304" pitchFamily="18" charset="0"/>
                <a:sym typeface="+mn-ea"/>
              </a:rPr>
              <a:t> tr</a:t>
            </a:r>
            <a:r>
              <a:rPr lang="en-US" altLang="en-US" sz="2200" b="0" dirty="0">
                <a:solidFill>
                  <a:schemeClr val="tx1"/>
                </a:solidFill>
                <a:latin typeface="Times New Roman" panose="02020603050405020304" pitchFamily="18" charset="0"/>
                <a:cs typeface="Times New Roman" panose="02020603050405020304" pitchFamily="18" charset="0"/>
                <a:sym typeface="+mn-ea"/>
              </a:rPr>
              <a:t>ì</a:t>
            </a:r>
            <a:r>
              <a:rPr lang="en-US" altLang="en-GB" sz="2200" b="0" dirty="0">
                <a:solidFill>
                  <a:schemeClr val="tx1"/>
                </a:solidFill>
                <a:latin typeface="Times New Roman" panose="02020603050405020304" pitchFamily="18" charset="0"/>
                <a:cs typeface="Times New Roman" panose="02020603050405020304" pitchFamily="18" charset="0"/>
                <a:sym typeface="+mn-ea"/>
              </a:rPr>
              <a:t>nh thử nghiệm ch</a:t>
            </a:r>
            <a:r>
              <a:rPr lang="en-US" altLang="en-US" sz="2200" b="0" dirty="0">
                <a:solidFill>
                  <a:schemeClr val="tx1"/>
                </a:solidFill>
                <a:latin typeface="Times New Roman" panose="02020603050405020304" pitchFamily="18" charset="0"/>
                <a:cs typeface="Times New Roman" panose="02020603050405020304" pitchFamily="18" charset="0"/>
                <a:sym typeface="+mn-ea"/>
              </a:rPr>
              <a:t>ư</a:t>
            </a:r>
            <a:r>
              <a:rPr lang="en-US" altLang="en-GB" sz="2200" b="0" dirty="0">
                <a:solidFill>
                  <a:schemeClr val="tx1"/>
                </a:solidFill>
                <a:latin typeface="Times New Roman" panose="02020603050405020304" pitchFamily="18" charset="0"/>
                <a:cs typeface="Times New Roman" panose="02020603050405020304" pitchFamily="18" charset="0"/>
                <a:sym typeface="+mn-ea"/>
              </a:rPr>
              <a:t>a đạt tối đa về chống nhiễu cho thiết bị và </a:t>
            </a:r>
            <a:r>
              <a:rPr lang="en-US" altLang="en-US" sz="2200" b="0" dirty="0">
                <a:solidFill>
                  <a:schemeClr val="tx1"/>
                </a:solidFill>
                <a:latin typeface="Times New Roman" panose="02020603050405020304" pitchFamily="18" charset="0"/>
                <a:cs typeface="Times New Roman" panose="02020603050405020304" pitchFamily="18" charset="0"/>
                <a:sym typeface="+mn-ea"/>
              </a:rPr>
              <a:t>đ</a:t>
            </a:r>
            <a:r>
              <a:rPr lang="en-US" altLang="en-GB" sz="2200" b="0" dirty="0">
                <a:solidFill>
                  <a:schemeClr val="tx1"/>
                </a:solidFill>
                <a:latin typeface="Times New Roman" panose="02020603050405020304" pitchFamily="18" charset="0"/>
                <a:cs typeface="Times New Roman" panose="02020603050405020304" pitchFamily="18" charset="0"/>
                <a:sym typeface="+mn-ea"/>
              </a:rPr>
              <a:t>a dạng về </a:t>
            </a:r>
            <a:r>
              <a:rPr lang="en-US" altLang="en-US" sz="2200" b="0" dirty="0">
                <a:solidFill>
                  <a:schemeClr val="tx1"/>
                </a:solidFill>
                <a:latin typeface="Times New Roman" panose="02020603050405020304" pitchFamily="18" charset="0"/>
                <a:cs typeface="Times New Roman" panose="02020603050405020304" pitchFamily="18" charset="0"/>
                <a:sym typeface="+mn-ea"/>
              </a:rPr>
              <a:t>đ</a:t>
            </a:r>
            <a:r>
              <a:rPr lang="en-US" altLang="en-GB" sz="2200" b="0" dirty="0">
                <a:solidFill>
                  <a:schemeClr val="tx1"/>
                </a:solidFill>
                <a:latin typeface="Times New Roman" panose="02020603050405020304" pitchFamily="18" charset="0"/>
                <a:cs typeface="Times New Roman" panose="02020603050405020304" pitchFamily="18" charset="0"/>
                <a:sym typeface="+mn-ea"/>
              </a:rPr>
              <a:t>iều kiện sử dụng.</a:t>
            </a:r>
            <a:endParaRPr lang="en-US" altLang="en-GB" sz="2200" b="0" dirty="0">
              <a:solidFill>
                <a:schemeClr val="tx1"/>
              </a:solidFill>
              <a:latin typeface="Times New Roman" panose="02020603050405020304" pitchFamily="18" charset="0"/>
              <a:cs typeface="Times New Roman" panose="02020603050405020304" pitchFamily="18" charset="0"/>
              <a:sym typeface="+mn-ea"/>
            </a:endParaRPr>
          </a:p>
          <a:p>
            <a:pPr marL="0" lvl="0" indent="457200">
              <a:spcBef>
                <a:spcPct val="0"/>
              </a:spcBef>
              <a:spcAft>
                <a:spcPct val="0"/>
              </a:spcAft>
              <a:buNone/>
            </a:pPr>
            <a:endParaRPr lang="en-US" altLang="en-US" sz="2200" b="0" dirty="0">
              <a:solidFill>
                <a:schemeClr val="tx1"/>
              </a:solidFill>
              <a:latin typeface="Times New Roman" panose="02020603050405020304" pitchFamily="18" charset="0"/>
              <a:cs typeface="Times New Roman" panose="02020603050405020304" pitchFamily="18" charset="0"/>
              <a:sym typeface="+mn-ea"/>
            </a:endParaRPr>
          </a:p>
          <a:p>
            <a:pPr marL="0" lvl="0" indent="457200">
              <a:spcBef>
                <a:spcPct val="0"/>
              </a:spcBef>
              <a:spcAft>
                <a:spcPct val="0"/>
              </a:spcAft>
              <a:buNone/>
            </a:pPr>
            <a:endParaRPr lang="en-US" altLang="en-US" sz="2200" b="0" dirty="0">
              <a:solidFill>
                <a:schemeClr val="tx1"/>
              </a:solidFill>
              <a:latin typeface="Times New Roman" panose="02020603050405020304" pitchFamily="18" charset="0"/>
              <a:cs typeface="Times New Roman" panose="02020603050405020304" pitchFamily="18" charset="0"/>
              <a:sym typeface="+mn-ea"/>
            </a:endParaRPr>
          </a:p>
          <a:p>
            <a:pPr marL="0" lvl="0" indent="457200">
              <a:spcBef>
                <a:spcPct val="0"/>
              </a:spcBef>
              <a:spcAft>
                <a:spcPct val="0"/>
              </a:spcAft>
              <a:buNone/>
            </a:pPr>
            <a:endParaRPr lang="en-US" altLang="en-US" sz="2200" b="0" dirty="0">
              <a:solidFill>
                <a:schemeClr val="tx1"/>
              </a:solidFill>
              <a:latin typeface="Times New Roman" panose="02020603050405020304" pitchFamily="18" charset="0"/>
              <a:cs typeface="Times New Roman" panose="02020603050405020304" pitchFamily="18" charset="0"/>
              <a:sym typeface="+mn-ea"/>
            </a:endParaRPr>
          </a:p>
          <a:p>
            <a:pPr marL="0" lvl="0" indent="457200">
              <a:spcBef>
                <a:spcPct val="0"/>
              </a:spcBef>
              <a:spcAft>
                <a:spcPct val="0"/>
              </a:spcAft>
              <a:buNone/>
            </a:pPr>
            <a:endParaRPr lang="en-US" altLang="en-US" sz="2200" b="0" dirty="0">
              <a:solidFill>
                <a:schemeClr val="tx1"/>
              </a:solidFill>
              <a:latin typeface="Times New Roman" panose="02020603050405020304" pitchFamily="18" charset="0"/>
              <a:cs typeface="Times New Roman" panose="02020603050405020304" pitchFamily="18" charset="0"/>
              <a:sym typeface="+mn-ea"/>
            </a:endParaRPr>
          </a:p>
          <a:p>
            <a:pPr marL="0" lvl="0" indent="457200">
              <a:spcBef>
                <a:spcPct val="0"/>
              </a:spcBef>
              <a:spcAft>
                <a:spcPct val="0"/>
              </a:spcAft>
              <a:buNone/>
            </a:pPr>
            <a:endParaRPr lang="en-US" altLang="en-US" sz="2200" b="0" dirty="0">
              <a:solidFill>
                <a:schemeClr val="tx1"/>
              </a:solidFill>
              <a:latin typeface="Times New Roman" panose="02020603050405020304" pitchFamily="18" charset="0"/>
              <a:cs typeface="Times New Roman" panose="02020603050405020304" pitchFamily="18" charset="0"/>
              <a:sym typeface="+mn-ea"/>
            </a:endParaRPr>
          </a:p>
          <a:p>
            <a:pPr marL="0" lvl="0" indent="0">
              <a:spcBef>
                <a:spcPct val="0"/>
              </a:spcBef>
              <a:spcAft>
                <a:spcPct val="0"/>
              </a:spcAft>
              <a:buNone/>
            </a:pPr>
            <a:endParaRPr lang="en-US" altLang="en-US" sz="2200" b="0" dirty="0">
              <a:solidFill>
                <a:schemeClr val="tx1"/>
              </a:solidFill>
              <a:latin typeface="Times New Roman" panose="02020603050405020304" pitchFamily="18" charset="0"/>
              <a:cs typeface="Times New Roman" panose="02020603050405020304" pitchFamily="18" charset="0"/>
              <a:sym typeface="+mn-ea"/>
            </a:endParaRPr>
          </a:p>
          <a:p>
            <a:pPr marL="0" lvl="0" indent="0">
              <a:spcBef>
                <a:spcPct val="0"/>
              </a:spcBef>
              <a:spcAft>
                <a:spcPct val="0"/>
              </a:spcAft>
              <a:buNone/>
            </a:pPr>
            <a:endParaRPr lang="en-US" altLang="en-US" sz="2200" b="0" dirty="0">
              <a:solidFill>
                <a:schemeClr val="tx1"/>
              </a:solidFill>
              <a:latin typeface="Times New Roman" panose="02020603050405020304" pitchFamily="18" charset="0"/>
              <a:cs typeface="Times New Roman" panose="02020603050405020304" pitchFamily="18" charset="0"/>
            </a:endParaRPr>
          </a:p>
          <a:p>
            <a:pPr marL="0" indent="0">
              <a:buFont typeface="Wingdings" panose="05000000000000000000" charset="0"/>
              <a:buNone/>
            </a:pPr>
            <a:endParaRPr lang="en-US" sz="22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atin typeface="Times New Roman" panose="02020603050405020304" pitchFamily="18" charset="0"/>
                <a:cs typeface="Times New Roman" panose="02020603050405020304" pitchFamily="18" charset="0"/>
                <a:sym typeface="+mn-ea"/>
              </a:rPr>
              <a:t>Phần I : Ý tưởng thiết kế</a:t>
            </a:r>
            <a:endParaRPr lang="en-US"/>
          </a:p>
        </p:txBody>
      </p:sp>
      <p:sp>
        <p:nvSpPr>
          <p:cNvPr id="3" name="Content Placeholder 2"/>
          <p:cNvSpPr>
            <a:spLocks noGrp="1"/>
          </p:cNvSpPr>
          <p:nvPr>
            <p:ph idx="1"/>
          </p:nvPr>
        </p:nvSpPr>
        <p:spPr>
          <a:xfrm>
            <a:off x="457200" y="1142765"/>
            <a:ext cx="8229600" cy="4678363"/>
          </a:xfrm>
        </p:spPr>
        <p:txBody>
          <a:bodyPr/>
          <a:p>
            <a:pPr marL="514350" indent="-514350">
              <a:buFont typeface="+mj-lt"/>
              <a:buAutoNum type="arabicPeriod" startAt="7"/>
            </a:pPr>
            <a:r>
              <a:rPr lang="en-US">
                <a:latin typeface="Times New Roman" panose="02020603050405020304" pitchFamily="18" charset="0"/>
                <a:cs typeface="Times New Roman" panose="02020603050405020304" pitchFamily="18" charset="0"/>
              </a:rPr>
              <a:t>Chi tiết kỹ thuật</a:t>
            </a:r>
            <a:endParaRPr lang="en-US">
              <a:latin typeface="Times New Roman" panose="02020603050405020304" pitchFamily="18" charset="0"/>
              <a:cs typeface="Times New Roman" panose="02020603050405020304" pitchFamily="18" charset="0"/>
            </a:endParaRPr>
          </a:p>
          <a:p>
            <a:pPr marL="0" indent="0">
              <a:buFont typeface="+mj-lt"/>
              <a:buNone/>
            </a:pPr>
            <a:endParaRPr lang="en-US">
              <a:latin typeface="Times New Roman" panose="02020603050405020304" pitchFamily="18" charset="0"/>
              <a:cs typeface="Times New Roman" panose="02020603050405020304" pitchFamily="18" charset="0"/>
            </a:endParaRPr>
          </a:p>
        </p:txBody>
      </p:sp>
      <p:graphicFrame>
        <p:nvGraphicFramePr>
          <p:cNvPr id="5" name="Table 4"/>
          <p:cNvGraphicFramePr/>
          <p:nvPr>
            <p:custDataLst>
              <p:tags r:id="rId1"/>
            </p:custDataLst>
          </p:nvPr>
        </p:nvGraphicFramePr>
        <p:xfrm>
          <a:off x="838200" y="1600200"/>
          <a:ext cx="7225030" cy="1964055"/>
        </p:xfrm>
        <a:graphic>
          <a:graphicData uri="http://schemas.openxmlformats.org/drawingml/2006/table">
            <a:tbl>
              <a:tblPr firstRow="1" bandRow="1">
                <a:tableStyleId>{5C22544A-7EE6-4342-B048-85BDC9FD1C3A}</a:tableStyleId>
              </a:tblPr>
              <a:tblGrid>
                <a:gridCol w="3612515"/>
                <a:gridCol w="3612515"/>
              </a:tblGrid>
              <a:tr h="592455">
                <a:tc>
                  <a:txBody>
                    <a:bodyPr/>
                    <a:p>
                      <a:pPr>
                        <a:buNone/>
                      </a:pPr>
                      <a:r>
                        <a:rPr lang="en-US" sz="2400">
                          <a:latin typeface="Times New Roman" panose="02020603050405020304" pitchFamily="18" charset="0"/>
                          <a:cs typeface="Times New Roman" panose="02020603050405020304" pitchFamily="18" charset="0"/>
                        </a:rPr>
                        <a:t>Truyền thông không dây</a:t>
                      </a:r>
                      <a:endParaRPr lang="en-US" sz="2400">
                        <a:latin typeface="Times New Roman" panose="02020603050405020304" pitchFamily="18" charset="0"/>
                        <a:cs typeface="Times New Roman" panose="02020603050405020304" pitchFamily="18" charset="0"/>
                      </a:endParaRPr>
                    </a:p>
                  </a:txBody>
                  <a:tcPr/>
                </a:tc>
                <a:tc>
                  <a:txBody>
                    <a:bodyPr/>
                    <a:p>
                      <a:pPr>
                        <a:buNone/>
                      </a:pPr>
                      <a:r>
                        <a:rPr lang="en-US" sz="2400">
                          <a:latin typeface="Times New Roman" panose="02020603050405020304" pitchFamily="18" charset="0"/>
                          <a:cs typeface="Times New Roman" panose="02020603050405020304" pitchFamily="18" charset="0"/>
                        </a:rPr>
                        <a:t>Bluetooth và WiFi</a:t>
                      </a:r>
                      <a:endParaRPr lang="en-US" sz="2400">
                        <a:latin typeface="Times New Roman" panose="02020603050405020304" pitchFamily="18" charset="0"/>
                        <a:cs typeface="Times New Roman" panose="02020603050405020304" pitchFamily="18" charset="0"/>
                      </a:endParaRPr>
                    </a:p>
                  </a:txBody>
                  <a:tcPr/>
                </a:tc>
              </a:tr>
              <a:tr h="457200">
                <a:tc>
                  <a:txBody>
                    <a:bodyPr/>
                    <a:p>
                      <a:pPr>
                        <a:buNone/>
                      </a:pPr>
                      <a:r>
                        <a:rPr lang="en-US" sz="2400">
                          <a:latin typeface="Times New Roman" panose="02020603050405020304" pitchFamily="18" charset="0"/>
                          <a:cs typeface="Times New Roman" panose="02020603050405020304" pitchFamily="18" charset="0"/>
                        </a:rPr>
                        <a:t>Kích thước thiết bị</a:t>
                      </a:r>
                      <a:endParaRPr lang="en-US" sz="2400">
                        <a:latin typeface="Times New Roman" panose="02020603050405020304" pitchFamily="18" charset="0"/>
                        <a:cs typeface="Times New Roman" panose="02020603050405020304" pitchFamily="18" charset="0"/>
                      </a:endParaRPr>
                    </a:p>
                  </a:txBody>
                  <a:tcPr/>
                </a:tc>
                <a:tc>
                  <a:txBody>
                    <a:bodyPr/>
                    <a:p>
                      <a:pPr>
                        <a:buNone/>
                      </a:pPr>
                      <a:r>
                        <a:rPr lang="en-US" sz="2400">
                          <a:latin typeface="Times New Roman" panose="02020603050405020304" pitchFamily="18" charset="0"/>
                          <a:cs typeface="Times New Roman" panose="02020603050405020304" pitchFamily="18" charset="0"/>
                        </a:rPr>
                        <a:t>5cmx3cm</a:t>
                      </a:r>
                      <a:endParaRPr lang="en-US" sz="2400">
                        <a:latin typeface="Times New Roman" panose="02020603050405020304" pitchFamily="18" charset="0"/>
                        <a:cs typeface="Times New Roman" panose="02020603050405020304" pitchFamily="18" charset="0"/>
                      </a:endParaRPr>
                    </a:p>
                  </a:txBody>
                  <a:tcPr/>
                </a:tc>
              </a:tr>
              <a:tr h="457200">
                <a:tc>
                  <a:txBody>
                    <a:bodyPr/>
                    <a:p>
                      <a:pPr>
                        <a:buNone/>
                      </a:pPr>
                      <a:r>
                        <a:rPr lang="en-US" sz="2400">
                          <a:latin typeface="Times New Roman" panose="02020603050405020304" pitchFamily="18" charset="0"/>
                          <a:cs typeface="Times New Roman" panose="02020603050405020304" pitchFamily="18" charset="0"/>
                        </a:rPr>
                        <a:t>Dải đo</a:t>
                      </a:r>
                      <a:endParaRPr lang="en-US" sz="2400">
                        <a:latin typeface="Times New Roman" panose="02020603050405020304" pitchFamily="18" charset="0"/>
                        <a:cs typeface="Times New Roman" panose="02020603050405020304" pitchFamily="18" charset="0"/>
                      </a:endParaRPr>
                    </a:p>
                  </a:txBody>
                  <a:tcPr/>
                </a:tc>
                <a:tc>
                  <a:txBody>
                    <a:bodyPr/>
                    <a:p>
                      <a:pPr>
                        <a:buNone/>
                      </a:pPr>
                      <a:r>
                        <a:rPr lang="en-US" sz="2400">
                          <a:latin typeface="Times New Roman" panose="02020603050405020304" pitchFamily="18" charset="0"/>
                          <a:cs typeface="Times New Roman" panose="02020603050405020304" pitchFamily="18" charset="0"/>
                        </a:rPr>
                        <a:t>0 - 160 BMP</a:t>
                      </a:r>
                      <a:endParaRPr lang="en-US" sz="2400">
                        <a:latin typeface="Times New Roman" panose="02020603050405020304" pitchFamily="18" charset="0"/>
                        <a:cs typeface="Times New Roman" panose="02020603050405020304" pitchFamily="18" charset="0"/>
                      </a:endParaRPr>
                    </a:p>
                  </a:txBody>
                  <a:tcPr/>
                </a:tc>
              </a:tr>
              <a:tr h="457200">
                <a:tc>
                  <a:txBody>
                    <a:bodyPr/>
                    <a:p>
                      <a:pPr>
                        <a:buNone/>
                      </a:pPr>
                      <a:r>
                        <a:rPr lang="en-US" sz="2400">
                          <a:latin typeface="Times New Roman" panose="02020603050405020304" pitchFamily="18" charset="0"/>
                          <a:cs typeface="Times New Roman" panose="02020603050405020304" pitchFamily="18" charset="0"/>
                        </a:rPr>
                        <a:t>Thời gian sử dụng</a:t>
                      </a:r>
                      <a:endParaRPr lang="en-US" sz="2400">
                        <a:latin typeface="Times New Roman" panose="02020603050405020304" pitchFamily="18" charset="0"/>
                        <a:cs typeface="Times New Roman" panose="02020603050405020304" pitchFamily="18" charset="0"/>
                      </a:endParaRPr>
                    </a:p>
                  </a:txBody>
                  <a:tcPr/>
                </a:tc>
                <a:tc>
                  <a:txBody>
                    <a:bodyPr/>
                    <a:p>
                      <a:pPr>
                        <a:buNone/>
                      </a:pPr>
                      <a:r>
                        <a:rPr lang="en-US" sz="2400">
                          <a:latin typeface="Times New Roman" panose="02020603050405020304" pitchFamily="18" charset="0"/>
                          <a:cs typeface="Times New Roman" panose="02020603050405020304" pitchFamily="18" charset="0"/>
                        </a:rPr>
                        <a:t>3-5h</a:t>
                      </a:r>
                      <a:endParaRPr lang="en-US" sz="2400">
                        <a:latin typeface="Times New Roman" panose="02020603050405020304" pitchFamily="18" charset="0"/>
                        <a:cs typeface="Times New Roman" panose="02020603050405020304" pitchFamily="18" charset="0"/>
                      </a:endParaRPr>
                    </a:p>
                  </a:txBody>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solidFill>
                  <a:srgbClr val="FFFF00"/>
                </a:solidFill>
                <a:latin typeface="Times New Roman" panose="02020603050405020304" pitchFamily="18" charset="0"/>
                <a:cs typeface="Times New Roman" panose="02020603050405020304" pitchFamily="18" charset="0"/>
                <a:sym typeface="+mn-ea"/>
              </a:rPr>
              <a:t>Phần II: Thiết kế hệ thống</a:t>
            </a:r>
            <a:endParaRPr lang="en-US">
              <a:solidFill>
                <a:srgbClr val="FFFF00"/>
              </a:solidFill>
              <a:latin typeface="Times New Roman" panose="02020603050405020304" pitchFamily="18" charset="0"/>
              <a:cs typeface="Times New Roman" panose="02020603050405020304" pitchFamily="18" charset="0"/>
              <a:sym typeface="+mn-ea"/>
            </a:endParaRPr>
          </a:p>
        </p:txBody>
      </p:sp>
      <p:sp>
        <p:nvSpPr>
          <p:cNvPr id="3" name="Content Placeholder 2"/>
          <p:cNvSpPr>
            <a:spLocks noGrp="1"/>
          </p:cNvSpPr>
          <p:nvPr>
            <p:ph idx="1"/>
          </p:nvPr>
        </p:nvSpPr>
        <p:spPr/>
        <p:txBody>
          <a:bodyPr/>
          <a:p>
            <a:pPr marL="514350" indent="-514350">
              <a:buFont typeface="+mj-lt"/>
              <a:buAutoNum type="arabicPeriod"/>
            </a:pPr>
            <a:r>
              <a:rPr lang="en-US"/>
              <a:t>Sơ đồ hệ thống</a:t>
            </a:r>
            <a:endParaRPr lang="en-US"/>
          </a:p>
          <a:p>
            <a:pPr marL="514350" indent="-514350">
              <a:buFont typeface="+mj-lt"/>
              <a:buAutoNum type="arabicPeriod"/>
            </a:pPr>
            <a:endParaRPr lang="en-US"/>
          </a:p>
        </p:txBody>
      </p:sp>
      <p:pic>
        <p:nvPicPr>
          <p:cNvPr id="10" name="Picture 9"/>
          <p:cNvPicPr>
            <a:picLocks noChangeAspect="1"/>
          </p:cNvPicPr>
          <p:nvPr/>
        </p:nvPicPr>
        <p:blipFill>
          <a:blip r:embed="rId1"/>
          <a:stretch>
            <a:fillRect/>
          </a:stretch>
        </p:blipFill>
        <p:spPr>
          <a:xfrm>
            <a:off x="533400" y="2057400"/>
            <a:ext cx="8078470" cy="361823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 name="Title 8"/>
          <p:cNvSpPr>
            <a:spLocks noGrp="1"/>
          </p:cNvSpPr>
          <p:nvPr>
            <p:ph type="title"/>
          </p:nvPr>
        </p:nvSpPr>
        <p:spPr>
          <a:xfrm>
            <a:off x="457200" y="152400"/>
            <a:ext cx="7467600" cy="990600"/>
          </a:xfrm>
        </p:spPr>
        <p:txBody>
          <a:bodyPr/>
          <a:p>
            <a:r>
              <a:rPr lang="en-US">
                <a:latin typeface="Times New Roman" panose="02020603050405020304" pitchFamily="18" charset="0"/>
                <a:cs typeface="Times New Roman" panose="02020603050405020304" pitchFamily="18" charset="0"/>
                <a:sym typeface="+mn-ea"/>
              </a:rPr>
              <a:t>Phần II: Thiết kế hệ thống</a:t>
            </a:r>
            <a:endParaRPr lang="en-US"/>
          </a:p>
        </p:txBody>
      </p:sp>
      <p:sp>
        <p:nvSpPr>
          <p:cNvPr id="10" name="Content Placeholder 9"/>
          <p:cNvSpPr>
            <a:spLocks noGrp="1"/>
          </p:cNvSpPr>
          <p:nvPr>
            <p:ph idx="1"/>
          </p:nvPr>
        </p:nvSpPr>
        <p:spPr>
          <a:xfrm>
            <a:off x="290830" y="1752600"/>
            <a:ext cx="5776595" cy="3529965"/>
          </a:xfrm>
        </p:spPr>
        <p:txBody>
          <a:bodyPr/>
          <a:p>
            <a:pPr>
              <a:buFont typeface="Wingdings" panose="05000000000000000000" charset="0"/>
              <a:buChar char="q"/>
            </a:pPr>
            <a:r>
              <a:rPr lang="en-US" altLang="en-US">
                <a:latin typeface="Times New Roman" panose="02020603050405020304" pitchFamily="18" charset="0"/>
                <a:cs typeface="Times New Roman" panose="02020603050405020304" pitchFamily="18" charset="0"/>
              </a:rPr>
              <a:t>Thông số kỹ thuật</a:t>
            </a:r>
            <a:endParaRPr lang="en-US" altLang="en-US">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altLang="en-US" sz="2400" b="0">
                <a:latin typeface="Times New Roman" panose="02020603050405020304" pitchFamily="18" charset="0"/>
                <a:cs typeface="Times New Roman" panose="02020603050405020304" pitchFamily="18" charset="0"/>
              </a:rPr>
              <a:t>Kiến trúc: L</a:t>
            </a:r>
            <a:r>
              <a:rPr lang="en-US" altLang="en-US" sz="2400" b="0">
                <a:latin typeface="Times New Roman" panose="02020603050405020304" pitchFamily="18" charset="0"/>
                <a:cs typeface="Times New Roman" panose="02020603050405020304" pitchFamily="18" charset="0"/>
              </a:rPr>
              <a:t>õ</a:t>
            </a:r>
            <a:r>
              <a:rPr lang="en-US" altLang="en-US" sz="2400" b="0">
                <a:latin typeface="Times New Roman" panose="02020603050405020304" pitchFamily="18" charset="0"/>
                <a:cs typeface="Times New Roman" panose="02020603050405020304" pitchFamily="18" charset="0"/>
              </a:rPr>
              <a:t>i 8-bit Harvard hiệu suất cao (STM8 core)</a:t>
            </a:r>
            <a:endParaRPr lang="en-US" altLang="en-US" sz="2400" b="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altLang="en-US" sz="2400" b="0">
                <a:latin typeface="Times New Roman" panose="02020603050405020304" pitchFamily="18" charset="0"/>
                <a:cs typeface="Times New Roman" panose="02020603050405020304" pitchFamily="18" charset="0"/>
              </a:rPr>
              <a:t>Đ</a:t>
            </a:r>
            <a:r>
              <a:rPr lang="en-US" altLang="en-US" sz="2400" b="0">
                <a:latin typeface="Times New Roman" panose="02020603050405020304" pitchFamily="18" charset="0"/>
                <a:cs typeface="Times New Roman" panose="02020603050405020304" pitchFamily="18" charset="0"/>
              </a:rPr>
              <a:t>iện áp hoạt </a:t>
            </a:r>
            <a:r>
              <a:rPr lang="en-US" altLang="en-US" sz="2400" b="0">
                <a:latin typeface="Times New Roman" panose="02020603050405020304" pitchFamily="18" charset="0"/>
                <a:cs typeface="Times New Roman" panose="02020603050405020304" pitchFamily="18" charset="0"/>
              </a:rPr>
              <a:t>đ</a:t>
            </a:r>
            <a:r>
              <a:rPr lang="en-US" altLang="en-US" sz="2400" b="0">
                <a:latin typeface="Times New Roman" panose="02020603050405020304" pitchFamily="18" charset="0"/>
                <a:cs typeface="Times New Roman" panose="02020603050405020304" pitchFamily="18" charset="0"/>
              </a:rPr>
              <a:t>ộng: 2.95V </a:t>
            </a:r>
            <a:r>
              <a:rPr lang="en-US" altLang="en-US" sz="2400" b="0">
                <a:latin typeface="Times New Roman" panose="02020603050405020304" pitchFamily="18" charset="0"/>
                <a:cs typeface="Times New Roman" panose="02020603050405020304" pitchFamily="18" charset="0"/>
              </a:rPr>
              <a:t>đ</a:t>
            </a:r>
            <a:r>
              <a:rPr lang="en-US" altLang="en-US" sz="2400" b="0">
                <a:latin typeface="Times New Roman" panose="02020603050405020304" pitchFamily="18" charset="0"/>
                <a:cs typeface="Times New Roman" panose="02020603050405020304" pitchFamily="18" charset="0"/>
              </a:rPr>
              <a:t>ến 5.5V</a:t>
            </a:r>
            <a:endParaRPr lang="en-US" altLang="en-US" sz="2400" b="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altLang="en-US" sz="2400" b="0">
                <a:latin typeface="Times New Roman" panose="02020603050405020304" pitchFamily="18" charset="0"/>
                <a:cs typeface="Times New Roman" panose="02020603050405020304" pitchFamily="18" charset="0"/>
              </a:rPr>
              <a:t>Tần số dao động lên </a:t>
            </a:r>
            <a:r>
              <a:rPr lang="en-US" altLang="en-US" sz="2400" b="0">
                <a:latin typeface="Times New Roman" panose="02020603050405020304" pitchFamily="18" charset="0"/>
                <a:cs typeface="Times New Roman" panose="02020603050405020304" pitchFamily="18" charset="0"/>
              </a:rPr>
              <a:t>đ</a:t>
            </a:r>
            <a:r>
              <a:rPr lang="en-US" altLang="en-US" sz="2400" b="0">
                <a:latin typeface="Times New Roman" panose="02020603050405020304" pitchFamily="18" charset="0"/>
                <a:cs typeface="Times New Roman" panose="02020603050405020304" pitchFamily="18" charset="0"/>
              </a:rPr>
              <a:t>ến 16 MHz</a:t>
            </a:r>
            <a:endParaRPr lang="en-US" altLang="en-US" sz="2400" b="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altLang="en-US" sz="2400" b="0">
                <a:latin typeface="Times New Roman" panose="02020603050405020304" pitchFamily="18" charset="0"/>
                <a:cs typeface="Times New Roman" panose="02020603050405020304" pitchFamily="18" charset="0"/>
              </a:rPr>
              <a:t>Giao tiếp: I2C, UART, SPI</a:t>
            </a:r>
            <a:endParaRPr lang="en-US" altLang="en-US" sz="2400" b="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altLang="en-US" sz="2400" b="0">
                <a:latin typeface="Times New Roman" panose="02020603050405020304" pitchFamily="18" charset="0"/>
                <a:cs typeface="Times New Roman" panose="02020603050405020304" pitchFamily="18" charset="0"/>
              </a:rPr>
              <a:t>Bộ nhớ: 8KB Flash</a:t>
            </a:r>
            <a:endParaRPr lang="en-US" altLang="en-US" sz="2400" b="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altLang="en-US" sz="2400" b="0">
                <a:latin typeface="Times New Roman" panose="02020603050405020304" pitchFamily="18" charset="0"/>
                <a:cs typeface="Times New Roman" panose="02020603050405020304" pitchFamily="18" charset="0"/>
              </a:rPr>
              <a:t>Ram: 1KB</a:t>
            </a:r>
            <a:endParaRPr lang="en-US" altLang="en-US" sz="2400" b="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altLang="en-US" sz="2400" b="0">
                <a:latin typeface="Times New Roman" panose="02020603050405020304" pitchFamily="18" charset="0"/>
                <a:cs typeface="Times New Roman" panose="02020603050405020304" pitchFamily="18" charset="0"/>
              </a:rPr>
              <a:t>Data EEPROM: 640 bytes </a:t>
            </a:r>
            <a:endParaRPr lang="en-US" altLang="en-US" sz="2400" b="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altLang="en-US" sz="2400" b="0">
                <a:latin typeface="Times New Roman" panose="02020603050405020304" pitchFamily="18" charset="0"/>
                <a:cs typeface="Times New Roman" panose="02020603050405020304" pitchFamily="18" charset="0"/>
              </a:rPr>
              <a:t>ADC: 10-bit, 5 kênh</a:t>
            </a:r>
            <a:endParaRPr lang="en-US" altLang="en-US" sz="2400" b="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altLang="en-US" sz="2400" b="0">
                <a:latin typeface="Times New Roman" panose="02020603050405020304" pitchFamily="18" charset="0"/>
                <a:cs typeface="Times New Roman" panose="02020603050405020304" pitchFamily="18" charset="0"/>
              </a:rPr>
              <a:t>Kích thước: 5.88mm x 5.84mm</a:t>
            </a:r>
            <a:endParaRPr lang="en-US" altLang="en-US" sz="2400" b="0">
              <a:latin typeface="Times New Roman" panose="02020603050405020304" pitchFamily="18" charset="0"/>
              <a:cs typeface="Times New Roman" panose="02020603050405020304" pitchFamily="18" charset="0"/>
            </a:endParaRPr>
          </a:p>
        </p:txBody>
      </p:sp>
      <p:sp>
        <p:nvSpPr>
          <p:cNvPr id="12" name="Text Box 11"/>
          <p:cNvSpPr txBox="1"/>
          <p:nvPr/>
        </p:nvSpPr>
        <p:spPr>
          <a:xfrm>
            <a:off x="304800" y="1219200"/>
            <a:ext cx="7509510" cy="554990"/>
          </a:xfrm>
          <a:prstGeom prst="rect">
            <a:avLst/>
          </a:prstGeom>
          <a:noFill/>
        </p:spPr>
        <p:txBody>
          <a:bodyPr wrap="square" rtlCol="0">
            <a:noAutofit/>
          </a:bodyPr>
          <a:p>
            <a:pPr marL="514350" indent="-514350">
              <a:buFont typeface="+mj-lt"/>
              <a:buAutoNum type="alphaLcPeriod"/>
            </a:pPr>
            <a:r>
              <a:rPr lang="en-US" sz="2800" b="1">
                <a:latin typeface="Times New Roman" panose="02020603050405020304" pitchFamily="18" charset="0"/>
                <a:cs typeface="Times New Roman" panose="02020603050405020304" pitchFamily="18" charset="0"/>
                <a:sym typeface="+mn-ea"/>
              </a:rPr>
              <a:t>Khối vi điều khiển STM8</a:t>
            </a:r>
            <a:endParaRPr lang="en-US" sz="2800" b="1">
              <a:latin typeface="Times New Roman" panose="02020603050405020304" pitchFamily="18" charset="0"/>
              <a:cs typeface="Times New Roman" panose="02020603050405020304" pitchFamily="18" charset="0"/>
            </a:endParaRPr>
          </a:p>
          <a:p>
            <a:pPr>
              <a:buAutoNum type="alphaLcPeriod"/>
            </a:pPr>
            <a:endParaRPr lang="en-US" sz="2800" b="1"/>
          </a:p>
        </p:txBody>
      </p:sp>
      <p:pic>
        <p:nvPicPr>
          <p:cNvPr id="5" name="Picture 4"/>
          <p:cNvPicPr>
            <a:picLocks noChangeAspect="1"/>
          </p:cNvPicPr>
          <p:nvPr/>
        </p:nvPicPr>
        <p:blipFill>
          <a:blip r:embed="rId1"/>
          <a:srcRect l="6164" t="2518" r="6164" b="14029"/>
          <a:stretch>
            <a:fillRect/>
          </a:stretch>
        </p:blipFill>
        <p:spPr>
          <a:xfrm>
            <a:off x="6172200" y="1447800"/>
            <a:ext cx="2684145" cy="243332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 name="Title 8"/>
          <p:cNvSpPr>
            <a:spLocks noGrp="1"/>
          </p:cNvSpPr>
          <p:nvPr>
            <p:ph type="title"/>
          </p:nvPr>
        </p:nvSpPr>
        <p:spPr>
          <a:xfrm>
            <a:off x="457200" y="152400"/>
            <a:ext cx="7467600" cy="990600"/>
          </a:xfrm>
        </p:spPr>
        <p:txBody>
          <a:bodyPr/>
          <a:p>
            <a:r>
              <a:rPr lang="en-US">
                <a:latin typeface="Times New Roman" panose="02020603050405020304" pitchFamily="18" charset="0"/>
                <a:cs typeface="Times New Roman" panose="02020603050405020304" pitchFamily="18" charset="0"/>
                <a:sym typeface="+mn-ea"/>
              </a:rPr>
              <a:t>Phần II: Thiết kế hệ thống</a:t>
            </a:r>
            <a:endParaRPr lang="en-US"/>
          </a:p>
        </p:txBody>
      </p:sp>
      <p:sp>
        <p:nvSpPr>
          <p:cNvPr id="10" name="Content Placeholder 9"/>
          <p:cNvSpPr>
            <a:spLocks noGrp="1"/>
          </p:cNvSpPr>
          <p:nvPr>
            <p:ph idx="1"/>
          </p:nvPr>
        </p:nvSpPr>
        <p:spPr>
          <a:xfrm>
            <a:off x="290830" y="1752600"/>
            <a:ext cx="5776595" cy="3529965"/>
          </a:xfrm>
        </p:spPr>
        <p:txBody>
          <a:bodyPr/>
          <a:p>
            <a:pPr>
              <a:buFont typeface="Wingdings" panose="05000000000000000000" charset="0"/>
              <a:buChar char="q"/>
            </a:pPr>
            <a:r>
              <a:rPr lang="en-US" altLang="en-US">
                <a:latin typeface="Times New Roman" panose="02020603050405020304" pitchFamily="18" charset="0"/>
                <a:cs typeface="Times New Roman" panose="02020603050405020304" pitchFamily="18" charset="0"/>
              </a:rPr>
              <a:t>Thông số kỹ thuật</a:t>
            </a:r>
            <a:endParaRPr lang="en-US" altLang="en-US">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altLang="en-US" sz="2400" b="0">
                <a:latin typeface="Times New Roman" panose="02020603050405020304" pitchFamily="18" charset="0"/>
                <a:cs typeface="Times New Roman" panose="02020603050405020304" pitchFamily="18" charset="0"/>
              </a:rPr>
              <a:t>Kiến trúc: 32bits, tốc độ 240MHz</a:t>
            </a:r>
            <a:endParaRPr lang="en-US" altLang="en-US" sz="2400" b="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altLang="en-US" sz="2400" b="0">
                <a:latin typeface="Times New Roman" panose="02020603050405020304" pitchFamily="18" charset="0"/>
                <a:cs typeface="Times New Roman" panose="02020603050405020304" pitchFamily="18" charset="0"/>
              </a:rPr>
              <a:t>Đ</a:t>
            </a:r>
            <a:r>
              <a:rPr lang="en-US" altLang="en-US" sz="2400" b="0">
                <a:latin typeface="Times New Roman" panose="02020603050405020304" pitchFamily="18" charset="0"/>
                <a:cs typeface="Times New Roman" panose="02020603050405020304" pitchFamily="18" charset="0"/>
              </a:rPr>
              <a:t>iện áp hoạt </a:t>
            </a:r>
            <a:r>
              <a:rPr lang="en-US" altLang="en-US" sz="2400" b="0">
                <a:latin typeface="Times New Roman" panose="02020603050405020304" pitchFamily="18" charset="0"/>
                <a:cs typeface="Times New Roman" panose="02020603050405020304" pitchFamily="18" charset="0"/>
              </a:rPr>
              <a:t>đ</a:t>
            </a:r>
            <a:r>
              <a:rPr lang="en-US" altLang="en-US" sz="2400" b="0">
                <a:latin typeface="Times New Roman" panose="02020603050405020304" pitchFamily="18" charset="0"/>
                <a:cs typeface="Times New Roman" panose="02020603050405020304" pitchFamily="18" charset="0"/>
              </a:rPr>
              <a:t>ộng: 3V </a:t>
            </a:r>
            <a:r>
              <a:rPr lang="en-US" altLang="en-US" sz="2400" b="0">
                <a:latin typeface="Times New Roman" panose="02020603050405020304" pitchFamily="18" charset="0"/>
                <a:cs typeface="Times New Roman" panose="02020603050405020304" pitchFamily="18" charset="0"/>
              </a:rPr>
              <a:t>đ</a:t>
            </a:r>
            <a:r>
              <a:rPr lang="en-US" altLang="en-US" sz="2400" b="0">
                <a:latin typeface="Times New Roman" panose="02020603050405020304" pitchFamily="18" charset="0"/>
                <a:cs typeface="Times New Roman" panose="02020603050405020304" pitchFamily="18" charset="0"/>
              </a:rPr>
              <a:t>ến 3.6V</a:t>
            </a:r>
            <a:endParaRPr lang="en-US" altLang="en-US" sz="2400" b="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altLang="en-US" sz="2400" b="0">
                <a:latin typeface="Times New Roman" panose="02020603050405020304" pitchFamily="18" charset="0"/>
                <a:cs typeface="Times New Roman" panose="02020603050405020304" pitchFamily="18" charset="0"/>
              </a:rPr>
              <a:t>Kết nối không dây: WiFi 2.4Ghz, Bluetooth 4.2</a:t>
            </a:r>
            <a:endParaRPr lang="en-US" altLang="en-US" sz="2400" b="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altLang="en-US" sz="2400" b="0">
                <a:latin typeface="Times New Roman" panose="02020603050405020304" pitchFamily="18" charset="0"/>
                <a:cs typeface="Times New Roman" panose="02020603050405020304" pitchFamily="18" charset="0"/>
              </a:rPr>
              <a:t>Giao tiếp: I2C, UART, SPI</a:t>
            </a:r>
            <a:endParaRPr lang="en-US" altLang="en-US" sz="2400" b="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altLang="en-US" sz="2400" b="0">
                <a:latin typeface="Times New Roman" panose="02020603050405020304" pitchFamily="18" charset="0"/>
                <a:cs typeface="Times New Roman" panose="02020603050405020304" pitchFamily="18" charset="0"/>
              </a:rPr>
              <a:t>Bộ nhớ: 8KB Flash </a:t>
            </a:r>
            <a:endParaRPr lang="en-US" altLang="en-US" sz="2400" b="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altLang="en-US" sz="2400" b="0">
                <a:latin typeface="Times New Roman" panose="02020603050405020304" pitchFamily="18" charset="0"/>
                <a:cs typeface="Times New Roman" panose="02020603050405020304" pitchFamily="18" charset="0"/>
              </a:rPr>
              <a:t>ADC: 12-bit</a:t>
            </a:r>
            <a:endParaRPr lang="en-US" altLang="en-US" sz="2400" b="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altLang="en-US" sz="2400" b="0">
                <a:latin typeface="Times New Roman" panose="02020603050405020304" pitchFamily="18" charset="0"/>
                <a:cs typeface="Times New Roman" panose="02020603050405020304" pitchFamily="18" charset="0"/>
              </a:rPr>
              <a:t>Kích thước: 2cm x 2cm</a:t>
            </a:r>
            <a:endParaRPr lang="en-US" altLang="en-US" sz="2400" b="0">
              <a:latin typeface="Times New Roman" panose="02020603050405020304" pitchFamily="18" charset="0"/>
              <a:cs typeface="Times New Roman" panose="02020603050405020304" pitchFamily="18" charset="0"/>
            </a:endParaRPr>
          </a:p>
        </p:txBody>
      </p:sp>
      <p:sp>
        <p:nvSpPr>
          <p:cNvPr id="12" name="Text Box 11"/>
          <p:cNvSpPr txBox="1"/>
          <p:nvPr/>
        </p:nvSpPr>
        <p:spPr>
          <a:xfrm>
            <a:off x="304800" y="1219200"/>
            <a:ext cx="7509510" cy="554990"/>
          </a:xfrm>
          <a:prstGeom prst="rect">
            <a:avLst/>
          </a:prstGeom>
          <a:noFill/>
        </p:spPr>
        <p:txBody>
          <a:bodyPr wrap="square" rtlCol="0">
            <a:noAutofit/>
          </a:bodyPr>
          <a:p>
            <a:pPr marL="514350" indent="-514350">
              <a:buFont typeface="+mj-lt"/>
              <a:buAutoNum type="alphaLcPeriod" startAt="2"/>
            </a:pPr>
            <a:r>
              <a:rPr lang="en-US" sz="2800" b="1">
                <a:latin typeface="Times New Roman" panose="02020603050405020304" pitchFamily="18" charset="0"/>
                <a:cs typeface="Times New Roman" panose="02020603050405020304" pitchFamily="18" charset="0"/>
                <a:sym typeface="+mn-ea"/>
              </a:rPr>
              <a:t>Khối truyền thông không dây ESP32</a:t>
            </a:r>
            <a:endParaRPr lang="en-US" sz="2800" b="1">
              <a:latin typeface="Times New Roman" panose="02020603050405020304" pitchFamily="18" charset="0"/>
              <a:cs typeface="Times New Roman" panose="02020603050405020304" pitchFamily="18" charset="0"/>
            </a:endParaRPr>
          </a:p>
          <a:p>
            <a:pPr>
              <a:buAutoNum type="alphaLcPeriod" startAt="2"/>
            </a:pPr>
            <a:endParaRPr lang="en-US" sz="2800" b="1"/>
          </a:p>
        </p:txBody>
      </p:sp>
      <p:pic>
        <p:nvPicPr>
          <p:cNvPr id="2" name="Picture 1"/>
          <p:cNvPicPr>
            <a:picLocks noChangeAspect="1"/>
          </p:cNvPicPr>
          <p:nvPr/>
        </p:nvPicPr>
        <p:blipFill>
          <a:blip r:embed="rId1"/>
          <a:srcRect l="13223" r="826"/>
          <a:stretch>
            <a:fillRect/>
          </a:stretch>
        </p:blipFill>
        <p:spPr>
          <a:xfrm>
            <a:off x="6705600" y="2133600"/>
            <a:ext cx="2432685" cy="342709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 name="Title 12"/>
          <p:cNvSpPr>
            <a:spLocks noGrp="1"/>
          </p:cNvSpPr>
          <p:nvPr>
            <p:ph type="title"/>
          </p:nvPr>
        </p:nvSpPr>
        <p:spPr>
          <a:xfrm>
            <a:off x="457200" y="152400"/>
            <a:ext cx="7467600" cy="990600"/>
          </a:xfrm>
        </p:spPr>
        <p:txBody>
          <a:bodyPr/>
          <a:p>
            <a:r>
              <a:rPr lang="en-US">
                <a:latin typeface="Times New Roman" panose="02020603050405020304" pitchFamily="18" charset="0"/>
                <a:cs typeface="Times New Roman" panose="02020603050405020304" pitchFamily="18" charset="0"/>
                <a:sym typeface="+mn-ea"/>
              </a:rPr>
              <a:t>Phần II: Thiết kế hệ thống</a:t>
            </a:r>
            <a:endParaRPr lang="en-US"/>
          </a:p>
        </p:txBody>
      </p:sp>
      <p:sp>
        <p:nvSpPr>
          <p:cNvPr id="14" name="Content Placeholder 13"/>
          <p:cNvSpPr>
            <a:spLocks noGrp="1"/>
          </p:cNvSpPr>
          <p:nvPr>
            <p:ph idx="1"/>
          </p:nvPr>
        </p:nvSpPr>
        <p:spPr>
          <a:xfrm>
            <a:off x="457200" y="1905000"/>
            <a:ext cx="4446905" cy="3355975"/>
          </a:xfrm>
        </p:spPr>
        <p:txBody>
          <a:bodyPr/>
          <a:p>
            <a:pPr>
              <a:buFont typeface="Wingdings" panose="05000000000000000000" charset="0"/>
              <a:buChar char="q"/>
            </a:pPr>
            <a:r>
              <a:rPr lang="en-US" altLang="en-US">
                <a:latin typeface="Times New Roman" panose="02020603050405020304" pitchFamily="18" charset="0"/>
                <a:cs typeface="Times New Roman" panose="02020603050405020304" pitchFamily="18" charset="0"/>
              </a:rPr>
              <a:t>Thông số kỹ thuật</a:t>
            </a:r>
            <a:endParaRPr lang="en-US" altLang="en-US">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altLang="en-US" sz="2400" b="0">
                <a:latin typeface="Times New Roman" panose="02020603050405020304" pitchFamily="18" charset="0"/>
                <a:cs typeface="Times New Roman" panose="02020603050405020304" pitchFamily="18" charset="0"/>
              </a:rPr>
              <a:t>Đ</a:t>
            </a:r>
            <a:r>
              <a:rPr lang="en-US" altLang="en-US" sz="2400" b="0">
                <a:latin typeface="Times New Roman" panose="02020603050405020304" pitchFamily="18" charset="0"/>
                <a:cs typeface="Times New Roman" panose="02020603050405020304" pitchFamily="18" charset="0"/>
              </a:rPr>
              <a:t>iện áp sử dụng: VDD=1.8V và VLED=3.3V.</a:t>
            </a:r>
            <a:endParaRPr lang="en-US" altLang="en-US" sz="2400" b="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400" b="0">
                <a:latin typeface="Times New Roman" panose="02020603050405020304" pitchFamily="18" charset="0"/>
                <a:cs typeface="Times New Roman" panose="02020603050405020304" pitchFamily="18" charset="0"/>
              </a:rPr>
              <a:t>Tín hiệu đầu ra: tín hiệu số</a:t>
            </a:r>
            <a:r>
              <a:rPr lang="en-US" altLang="en-US" sz="2400" b="0">
                <a:latin typeface="Times New Roman" panose="02020603050405020304" pitchFamily="18" charset="0"/>
                <a:cs typeface="Times New Roman" panose="02020603050405020304" pitchFamily="18" charset="0"/>
              </a:rPr>
              <a:t>.</a:t>
            </a:r>
            <a:endParaRPr lang="en-US" altLang="en-US" sz="2400" b="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altLang="en-US" sz="2400" b="0">
                <a:latin typeface="Times New Roman" panose="02020603050405020304" pitchFamily="18" charset="0"/>
                <a:cs typeface="Times New Roman" panose="02020603050405020304" pitchFamily="18" charset="0"/>
              </a:rPr>
              <a:t>Độ phân giải ADC 18bits.</a:t>
            </a:r>
            <a:endParaRPr lang="en-US" altLang="en-US" sz="2400" b="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altLang="en-US" sz="2400" b="0">
                <a:latin typeface="Times New Roman" panose="02020603050405020304" pitchFamily="18" charset="0"/>
                <a:cs typeface="Times New Roman" panose="02020603050405020304" pitchFamily="18" charset="0"/>
              </a:rPr>
              <a:t>Giao tiếp: I2C.</a:t>
            </a:r>
            <a:endParaRPr lang="en-US" altLang="en-US" sz="2400" b="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altLang="en-US" sz="2400" b="0">
                <a:latin typeface="Times New Roman" panose="02020603050405020304" pitchFamily="18" charset="0"/>
                <a:cs typeface="Times New Roman" panose="02020603050405020304" pitchFamily="18" charset="0"/>
              </a:rPr>
              <a:t>Kích th</a:t>
            </a:r>
            <a:r>
              <a:rPr lang="en-US" altLang="en-US" sz="2400" b="0">
                <a:latin typeface="Times New Roman" panose="02020603050405020304" pitchFamily="18" charset="0"/>
                <a:cs typeface="Times New Roman" panose="02020603050405020304" pitchFamily="18" charset="0"/>
              </a:rPr>
              <a:t>ư</a:t>
            </a:r>
            <a:r>
              <a:rPr lang="en-US" altLang="en-US" sz="2400" b="0">
                <a:latin typeface="Times New Roman" panose="02020603050405020304" pitchFamily="18" charset="0"/>
                <a:cs typeface="Times New Roman" panose="02020603050405020304" pitchFamily="18" charset="0"/>
              </a:rPr>
              <a:t>ớc: 20.6 x 15.5mm</a:t>
            </a:r>
            <a:endParaRPr lang="en-US" altLang="en-US" sz="2400" b="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endParaRPr lang="en-US" altLang="en-US" sz="2400" b="0">
              <a:latin typeface="Times New Roman" panose="02020603050405020304" pitchFamily="18" charset="0"/>
              <a:cs typeface="Times New Roman" panose="02020603050405020304" pitchFamily="18" charset="0"/>
            </a:endParaRPr>
          </a:p>
        </p:txBody>
      </p:sp>
      <p:pic>
        <p:nvPicPr>
          <p:cNvPr id="15" name="Picture 14"/>
          <p:cNvPicPr>
            <a:picLocks noChangeAspect="1"/>
          </p:cNvPicPr>
          <p:nvPr/>
        </p:nvPicPr>
        <p:blipFill>
          <a:blip r:embed="rId1"/>
          <a:srcRect l="11262" t="9152" r="8024" b="13060"/>
          <a:stretch>
            <a:fillRect/>
          </a:stretch>
        </p:blipFill>
        <p:spPr>
          <a:xfrm>
            <a:off x="5181600" y="2209800"/>
            <a:ext cx="3276600" cy="2590800"/>
          </a:xfrm>
          <a:prstGeom prst="rect">
            <a:avLst/>
          </a:prstGeom>
        </p:spPr>
      </p:pic>
      <p:sp>
        <p:nvSpPr>
          <p:cNvPr id="16" name="Text Box 15"/>
          <p:cNvSpPr txBox="1"/>
          <p:nvPr/>
        </p:nvSpPr>
        <p:spPr>
          <a:xfrm>
            <a:off x="304800" y="1219200"/>
            <a:ext cx="7509510" cy="953135"/>
          </a:xfrm>
          <a:prstGeom prst="rect">
            <a:avLst/>
          </a:prstGeom>
          <a:noFill/>
        </p:spPr>
        <p:txBody>
          <a:bodyPr wrap="square" rtlCol="0">
            <a:spAutoFit/>
          </a:bodyPr>
          <a:p>
            <a:pPr marL="514350" indent="-514350">
              <a:buFont typeface="+mj-lt"/>
              <a:buAutoNum type="alphaLcPeriod" startAt="3"/>
            </a:pPr>
            <a:r>
              <a:rPr lang="en-US" sz="2800" b="1">
                <a:latin typeface="Times New Roman" panose="02020603050405020304" pitchFamily="18" charset="0"/>
                <a:cs typeface="Times New Roman" panose="02020603050405020304" pitchFamily="18" charset="0"/>
                <a:sym typeface="+mn-ea"/>
              </a:rPr>
              <a:t>Khối cảm biến nhiệp tim MAX30102</a:t>
            </a:r>
            <a:endParaRPr lang="en-US" sz="2800" b="1">
              <a:latin typeface="Times New Roman" panose="02020603050405020304" pitchFamily="18" charset="0"/>
              <a:cs typeface="Times New Roman" panose="02020603050405020304" pitchFamily="18" charset="0"/>
            </a:endParaRPr>
          </a:p>
          <a:p>
            <a:endParaRPr lang="en-US" sz="2800" b="1"/>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 name="Title 8"/>
          <p:cNvSpPr>
            <a:spLocks noGrp="1"/>
          </p:cNvSpPr>
          <p:nvPr>
            <p:ph type="title"/>
          </p:nvPr>
        </p:nvSpPr>
        <p:spPr>
          <a:xfrm>
            <a:off x="457200" y="152400"/>
            <a:ext cx="7467600" cy="990600"/>
          </a:xfrm>
        </p:spPr>
        <p:txBody>
          <a:bodyPr/>
          <a:p>
            <a:r>
              <a:rPr lang="en-US">
                <a:latin typeface="Times New Roman" panose="02020603050405020304" pitchFamily="18" charset="0"/>
                <a:cs typeface="Times New Roman" panose="02020603050405020304" pitchFamily="18" charset="0"/>
                <a:sym typeface="+mn-ea"/>
              </a:rPr>
              <a:t>Phần II: Thiết kế hệ thống</a:t>
            </a:r>
            <a:endParaRPr lang="en-US"/>
          </a:p>
        </p:txBody>
      </p:sp>
      <p:sp>
        <p:nvSpPr>
          <p:cNvPr id="10" name="Content Placeholder 9"/>
          <p:cNvSpPr>
            <a:spLocks noGrp="1"/>
          </p:cNvSpPr>
          <p:nvPr>
            <p:ph idx="1"/>
          </p:nvPr>
        </p:nvSpPr>
        <p:spPr>
          <a:xfrm>
            <a:off x="290830" y="1752600"/>
            <a:ext cx="5047615" cy="3580130"/>
          </a:xfrm>
        </p:spPr>
        <p:txBody>
          <a:bodyPr/>
          <a:p>
            <a:pPr>
              <a:buFont typeface="Arial" panose="020B0604020202020204" pitchFamily="34" charset="0"/>
              <a:buChar char="•"/>
            </a:pPr>
            <a:r>
              <a:rPr lang="en-US" altLang="en-US">
                <a:latin typeface="Times New Roman" panose="02020603050405020304" pitchFamily="18" charset="0"/>
                <a:cs typeface="Times New Roman" panose="02020603050405020304" pitchFamily="18" charset="0"/>
              </a:rPr>
              <a:t>Thông số kỹ thuật</a:t>
            </a:r>
            <a:endParaRPr lang="en-US" altLang="en-US">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altLang="en-US" sz="2400" b="0">
                <a:latin typeface="Times New Roman" panose="02020603050405020304" pitchFamily="18" charset="0"/>
                <a:cs typeface="Times New Roman" panose="02020603050405020304" pitchFamily="18" charset="0"/>
              </a:rPr>
              <a:t>Đ</a:t>
            </a:r>
            <a:r>
              <a:rPr lang="en-US" altLang="en-US" sz="2400" b="0">
                <a:latin typeface="Times New Roman" panose="02020603050405020304" pitchFamily="18" charset="0"/>
                <a:cs typeface="Times New Roman" panose="02020603050405020304" pitchFamily="18" charset="0"/>
              </a:rPr>
              <a:t>iện áp sử dụng: 3~5VDC</a:t>
            </a:r>
            <a:endParaRPr lang="en-US" altLang="en-US" sz="2400" b="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altLang="en-US" sz="2400" b="0">
                <a:latin typeface="Times New Roman" panose="02020603050405020304" pitchFamily="18" charset="0"/>
                <a:cs typeface="Times New Roman" panose="02020603050405020304" pitchFamily="18" charset="0"/>
              </a:rPr>
              <a:t>Giá trị gia tốc: </a:t>
            </a:r>
            <a:endParaRPr lang="en-US" altLang="en-US" sz="2400" b="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r>
              <a:rPr lang="en-US" altLang="en-US" sz="2400" b="0">
                <a:latin typeface="Times New Roman" panose="02020603050405020304" pitchFamily="18" charset="0"/>
                <a:cs typeface="Times New Roman" panose="02020603050405020304" pitchFamily="18" charset="0"/>
              </a:rPr>
              <a:t>  +/- 250 500 1000 2000 degree/sec</a:t>
            </a:r>
            <a:endParaRPr lang="en-US" altLang="en-US" sz="2400" b="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altLang="en-US" sz="2400" b="0">
                <a:latin typeface="Times New Roman" panose="02020603050405020304" pitchFamily="18" charset="0"/>
                <a:cs typeface="Times New Roman" panose="02020603050405020304" pitchFamily="18" charset="0"/>
              </a:rPr>
              <a:t>Giá trị con quay: </a:t>
            </a:r>
            <a:endParaRPr lang="en-US" altLang="en-US" sz="2400" b="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r>
              <a:rPr lang="en-US" altLang="en-US" sz="2400" b="0">
                <a:latin typeface="Times New Roman" panose="02020603050405020304" pitchFamily="18" charset="0"/>
                <a:cs typeface="Times New Roman" panose="02020603050405020304" pitchFamily="18" charset="0"/>
              </a:rPr>
              <a:t>  +/- 2g, +/- 4g, +/- 8g, +/- 16g</a:t>
            </a:r>
            <a:endParaRPr lang="en-US" altLang="en-US" sz="2400" b="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400" b="0">
                <a:latin typeface="Times New Roman" panose="02020603050405020304" pitchFamily="18" charset="0"/>
                <a:cs typeface="Times New Roman" panose="02020603050405020304" pitchFamily="18" charset="0"/>
              </a:rPr>
              <a:t>Tín hiệu đầu ra: tín hiệu số</a:t>
            </a:r>
            <a:r>
              <a:rPr lang="en-US" altLang="en-US" sz="2400" b="0">
                <a:latin typeface="Times New Roman" panose="02020603050405020304" pitchFamily="18" charset="0"/>
                <a:cs typeface="Times New Roman" panose="02020603050405020304" pitchFamily="18" charset="0"/>
              </a:rPr>
              <a:t>.</a:t>
            </a:r>
            <a:endParaRPr lang="en-US" altLang="en-US" sz="2400" b="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altLang="en-US" sz="2400" b="0">
                <a:latin typeface="Times New Roman" panose="02020603050405020304" pitchFamily="18" charset="0"/>
                <a:cs typeface="Times New Roman" panose="02020603050405020304" pitchFamily="18" charset="0"/>
              </a:rPr>
              <a:t>Độ phân giải ADC 16bits.</a:t>
            </a:r>
            <a:endParaRPr lang="en-US" altLang="en-US" sz="2400" b="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altLang="en-US" sz="2400" b="0">
                <a:latin typeface="Times New Roman" panose="02020603050405020304" pitchFamily="18" charset="0"/>
                <a:cs typeface="Times New Roman" panose="02020603050405020304" pitchFamily="18" charset="0"/>
              </a:rPr>
              <a:t>Giao tiếp: I2C.</a:t>
            </a:r>
            <a:endParaRPr lang="en-US" altLang="en-US" sz="2400" b="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endParaRPr lang="en-US" altLang="en-US" sz="2400" b="0">
              <a:latin typeface="Times New Roman" panose="02020603050405020304" pitchFamily="18" charset="0"/>
              <a:cs typeface="Times New Roman" panose="02020603050405020304" pitchFamily="18" charset="0"/>
            </a:endParaRPr>
          </a:p>
        </p:txBody>
      </p:sp>
      <p:sp>
        <p:nvSpPr>
          <p:cNvPr id="12" name="Text Box 11"/>
          <p:cNvSpPr txBox="1"/>
          <p:nvPr/>
        </p:nvSpPr>
        <p:spPr>
          <a:xfrm>
            <a:off x="304800" y="1219200"/>
            <a:ext cx="7509510" cy="953135"/>
          </a:xfrm>
          <a:prstGeom prst="rect">
            <a:avLst/>
          </a:prstGeom>
          <a:noFill/>
        </p:spPr>
        <p:txBody>
          <a:bodyPr wrap="square" rtlCol="0">
            <a:spAutoFit/>
          </a:bodyPr>
          <a:p>
            <a:pPr marL="514350" indent="-514350">
              <a:buFont typeface="+mj-lt"/>
              <a:buAutoNum type="alphaLcPeriod" startAt="4"/>
            </a:pPr>
            <a:r>
              <a:rPr lang="en-US" sz="2800" b="1">
                <a:latin typeface="Times New Roman" panose="02020603050405020304" pitchFamily="18" charset="0"/>
                <a:cs typeface="Times New Roman" panose="02020603050405020304" pitchFamily="18" charset="0"/>
                <a:sym typeface="+mn-ea"/>
              </a:rPr>
              <a:t>Khối cảm biến gia tốc MPU6050</a:t>
            </a:r>
            <a:endParaRPr lang="en-US" sz="2800" b="1">
              <a:latin typeface="Times New Roman" panose="02020603050405020304" pitchFamily="18" charset="0"/>
              <a:cs typeface="Times New Roman" panose="02020603050405020304" pitchFamily="18" charset="0"/>
              <a:sym typeface="+mn-ea"/>
            </a:endParaRPr>
          </a:p>
          <a:p>
            <a:pPr marL="514350" indent="-514350">
              <a:buFont typeface="+mj-lt"/>
              <a:buAutoNum type="alphaLcPeriod" startAt="4"/>
            </a:pPr>
            <a:endParaRPr lang="en-US" sz="2800" b="1"/>
          </a:p>
        </p:txBody>
      </p:sp>
      <p:pic>
        <p:nvPicPr>
          <p:cNvPr id="14" name="Picture 13"/>
          <p:cNvPicPr>
            <a:picLocks noChangeAspect="1"/>
          </p:cNvPicPr>
          <p:nvPr/>
        </p:nvPicPr>
        <p:blipFill>
          <a:blip r:embed="rId1"/>
          <a:srcRect l="3756" t="3528" r="7981" b="-585"/>
          <a:stretch>
            <a:fillRect/>
          </a:stretch>
        </p:blipFill>
        <p:spPr>
          <a:xfrm>
            <a:off x="5029200" y="2057400"/>
            <a:ext cx="3581400" cy="316166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atin typeface="Times New Roman" panose="02020603050405020304" pitchFamily="18" charset="0"/>
                <a:cs typeface="Times New Roman" panose="02020603050405020304" pitchFamily="18" charset="0"/>
                <a:sym typeface="+mn-ea"/>
              </a:rPr>
              <a:t>Phần II: Thiết kế hệ thống</a:t>
            </a:r>
            <a:endParaRPr lang="en-GB" altLang="en-US"/>
          </a:p>
        </p:txBody>
      </p:sp>
      <p:pic>
        <p:nvPicPr>
          <p:cNvPr id="4" name="Picture 3"/>
          <p:cNvPicPr>
            <a:picLocks noChangeAspect="1"/>
          </p:cNvPicPr>
          <p:nvPr/>
        </p:nvPicPr>
        <p:blipFill>
          <a:blip r:embed="rId1"/>
          <a:stretch>
            <a:fillRect/>
          </a:stretch>
        </p:blipFill>
        <p:spPr>
          <a:xfrm>
            <a:off x="0" y="1219200"/>
            <a:ext cx="9144000" cy="482727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atin typeface="Times New Roman" panose="02020603050405020304" pitchFamily="18" charset="0"/>
                <a:cs typeface="Times New Roman" panose="02020603050405020304" pitchFamily="18" charset="0"/>
                <a:sym typeface="+mn-ea"/>
              </a:rPr>
              <a:t>Phần II: Thiết kế hệ thống</a:t>
            </a:r>
            <a:endParaRPr lang="en-GB" altLang="en-US"/>
          </a:p>
        </p:txBody>
      </p:sp>
      <p:pic>
        <p:nvPicPr>
          <p:cNvPr id="4" name="Picture 3"/>
          <p:cNvPicPr>
            <a:picLocks noChangeAspect="1"/>
          </p:cNvPicPr>
          <p:nvPr/>
        </p:nvPicPr>
        <p:blipFill>
          <a:blip r:embed="rId1"/>
          <a:stretch>
            <a:fillRect/>
          </a:stretch>
        </p:blipFill>
        <p:spPr>
          <a:xfrm>
            <a:off x="2971800" y="1066800"/>
            <a:ext cx="6170295" cy="3071495"/>
          </a:xfrm>
          <a:prstGeom prst="rect">
            <a:avLst/>
          </a:prstGeom>
        </p:spPr>
      </p:pic>
      <p:pic>
        <p:nvPicPr>
          <p:cNvPr id="5" name="Picture 4"/>
          <p:cNvPicPr>
            <a:picLocks noChangeAspect="1"/>
          </p:cNvPicPr>
          <p:nvPr/>
        </p:nvPicPr>
        <p:blipFill>
          <a:blip r:embed="rId2"/>
          <a:stretch>
            <a:fillRect/>
          </a:stretch>
        </p:blipFill>
        <p:spPr>
          <a:xfrm>
            <a:off x="0" y="3994150"/>
            <a:ext cx="5593715" cy="286385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 name="Title 8"/>
          <p:cNvSpPr>
            <a:spLocks noGrp="1"/>
          </p:cNvSpPr>
          <p:nvPr>
            <p:ph type="title"/>
          </p:nvPr>
        </p:nvSpPr>
        <p:spPr>
          <a:xfrm>
            <a:off x="457200" y="152400"/>
            <a:ext cx="7467600" cy="990600"/>
          </a:xfrm>
        </p:spPr>
        <p:txBody>
          <a:bodyPr/>
          <a:p>
            <a:r>
              <a:rPr lang="en-US">
                <a:latin typeface="Times New Roman" panose="02020603050405020304" pitchFamily="18" charset="0"/>
                <a:cs typeface="Times New Roman" panose="02020603050405020304" pitchFamily="18" charset="0"/>
                <a:sym typeface="+mn-ea"/>
              </a:rPr>
              <a:t>Phần III: Hoạt động hệ thống</a:t>
            </a:r>
            <a:endParaRPr lang="en-US"/>
          </a:p>
        </p:txBody>
      </p:sp>
      <p:pic>
        <p:nvPicPr>
          <p:cNvPr id="24" name="Picture 24" descr="ST-Visual-Develop_Logo"/>
          <p:cNvPicPr>
            <a:picLocks noChangeAspect="1"/>
          </p:cNvPicPr>
          <p:nvPr/>
        </p:nvPicPr>
        <p:blipFill>
          <a:blip r:embed="rId1"/>
          <a:stretch>
            <a:fillRect/>
          </a:stretch>
        </p:blipFill>
        <p:spPr>
          <a:xfrm>
            <a:off x="380683" y="1143000"/>
            <a:ext cx="4063365" cy="2146300"/>
          </a:xfrm>
          <a:prstGeom prst="rect">
            <a:avLst/>
          </a:prstGeom>
        </p:spPr>
      </p:pic>
      <p:pic>
        <p:nvPicPr>
          <p:cNvPr id="28" name="Picture 15" descr="IMG_256"/>
          <p:cNvPicPr>
            <a:picLocks noChangeAspect="1"/>
          </p:cNvPicPr>
          <p:nvPr/>
        </p:nvPicPr>
        <p:blipFill>
          <a:blip r:embed="rId2"/>
          <a:stretch>
            <a:fillRect/>
          </a:stretch>
        </p:blipFill>
        <p:spPr>
          <a:xfrm>
            <a:off x="837883" y="4208780"/>
            <a:ext cx="2789555" cy="2649220"/>
          </a:xfrm>
          <a:prstGeom prst="rect">
            <a:avLst/>
          </a:prstGeom>
          <a:noFill/>
          <a:ln w="9525">
            <a:noFill/>
          </a:ln>
        </p:spPr>
      </p:pic>
      <p:pic>
        <p:nvPicPr>
          <p:cNvPr id="30" name="Picture 17" descr="IMG_256"/>
          <p:cNvPicPr>
            <a:picLocks noChangeAspect="1"/>
          </p:cNvPicPr>
          <p:nvPr/>
        </p:nvPicPr>
        <p:blipFill>
          <a:blip r:embed="rId3"/>
          <a:stretch>
            <a:fillRect/>
          </a:stretch>
        </p:blipFill>
        <p:spPr>
          <a:xfrm>
            <a:off x="4572000" y="4572000"/>
            <a:ext cx="4419600" cy="2209800"/>
          </a:xfrm>
          <a:prstGeom prst="rect">
            <a:avLst/>
          </a:prstGeom>
          <a:noFill/>
          <a:ln w="9525">
            <a:noFill/>
          </a:ln>
        </p:spPr>
      </p:pic>
      <p:pic>
        <p:nvPicPr>
          <p:cNvPr id="27" name="Picture 14" descr="IMG_256"/>
          <p:cNvPicPr>
            <a:picLocks noChangeAspect="1"/>
          </p:cNvPicPr>
          <p:nvPr/>
        </p:nvPicPr>
        <p:blipFill>
          <a:blip r:embed="rId4"/>
          <a:stretch>
            <a:fillRect/>
          </a:stretch>
        </p:blipFill>
        <p:spPr>
          <a:xfrm>
            <a:off x="5334000" y="1524000"/>
            <a:ext cx="3404870" cy="1702435"/>
          </a:xfrm>
          <a:prstGeom prst="rect">
            <a:avLst/>
          </a:prstGeom>
          <a:noFill/>
          <a:ln w="9525">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atin typeface="Times New Roman" panose="02020603050405020304" pitchFamily="18" charset="0"/>
                <a:cs typeface="Times New Roman" panose="02020603050405020304" pitchFamily="18" charset="0"/>
                <a:sym typeface="+mn-ea"/>
              </a:rPr>
              <a:t>Phần III: Hoạt động hệ thống</a:t>
            </a:r>
            <a:endParaRPr lang="en-US"/>
          </a:p>
        </p:txBody>
      </p:sp>
      <p:pic>
        <p:nvPicPr>
          <p:cNvPr id="6" name="Picture 5" descr="6ce5c168786ff731ae7e2"/>
          <p:cNvPicPr>
            <a:picLocks noChangeAspect="1"/>
          </p:cNvPicPr>
          <p:nvPr/>
        </p:nvPicPr>
        <p:blipFill>
          <a:blip r:embed="rId1"/>
          <a:stretch>
            <a:fillRect/>
          </a:stretch>
        </p:blipFill>
        <p:spPr>
          <a:xfrm>
            <a:off x="609600" y="1066800"/>
            <a:ext cx="3862070" cy="5149215"/>
          </a:xfrm>
          <a:prstGeom prst="rect">
            <a:avLst/>
          </a:prstGeom>
        </p:spPr>
      </p:pic>
      <p:pic>
        <p:nvPicPr>
          <p:cNvPr id="10" name="Picture 9" descr="947e37f58ef201ac58e31"/>
          <p:cNvPicPr>
            <a:picLocks noChangeAspect="1"/>
          </p:cNvPicPr>
          <p:nvPr/>
        </p:nvPicPr>
        <p:blipFill>
          <a:blip r:embed="rId2"/>
          <a:stretch>
            <a:fillRect/>
          </a:stretch>
        </p:blipFill>
        <p:spPr>
          <a:xfrm>
            <a:off x="4648200" y="1066800"/>
            <a:ext cx="3977005" cy="530352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atin typeface="Times New Roman" panose="02020603050405020304" pitchFamily="18" charset="0"/>
                <a:cs typeface="Times New Roman" panose="02020603050405020304" pitchFamily="18" charset="0"/>
                <a:sym typeface="+mn-ea"/>
              </a:rPr>
              <a:t>Phần III: Hoạt động hệ thống</a:t>
            </a:r>
            <a:endParaRPr lang="en-GB" altLang="en-US"/>
          </a:p>
        </p:txBody>
      </p:sp>
      <p:pic>
        <p:nvPicPr>
          <p:cNvPr id="5" name="Picture 4"/>
          <p:cNvPicPr>
            <a:picLocks noChangeAspect="1"/>
          </p:cNvPicPr>
          <p:nvPr/>
        </p:nvPicPr>
        <p:blipFill>
          <a:blip r:embed="rId1"/>
          <a:stretch>
            <a:fillRect/>
          </a:stretch>
        </p:blipFill>
        <p:spPr>
          <a:xfrm>
            <a:off x="3581400" y="990600"/>
            <a:ext cx="5486400" cy="5876925"/>
          </a:xfrm>
          <a:prstGeom prst="rect">
            <a:avLst/>
          </a:prstGeom>
        </p:spPr>
      </p:pic>
      <p:pic>
        <p:nvPicPr>
          <p:cNvPr id="6" name="Picture 5" descr="e24ddd90-ad66-4351-a931-0e411ccb3bd6"/>
          <p:cNvPicPr>
            <a:picLocks noChangeAspect="1"/>
          </p:cNvPicPr>
          <p:nvPr/>
        </p:nvPicPr>
        <p:blipFill>
          <a:blip r:embed="rId2"/>
          <a:stretch>
            <a:fillRect/>
          </a:stretch>
        </p:blipFill>
        <p:spPr>
          <a:xfrm>
            <a:off x="304800" y="1066800"/>
            <a:ext cx="2647950" cy="589026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solidFill>
                  <a:srgbClr val="FFFF00"/>
                </a:solidFill>
                <a:latin typeface="Times New Roman" panose="02020603050405020304" pitchFamily="18" charset="0"/>
                <a:cs typeface="Times New Roman" panose="02020603050405020304" pitchFamily="18" charset="0"/>
                <a:sym typeface="+mn-ea"/>
              </a:rPr>
              <a:t>Phần IV: Kết quả và đánh giá</a:t>
            </a:r>
            <a:endParaRPr lang="en-US" altLang="en-US">
              <a:solidFill>
                <a:srgbClr val="FFFF00"/>
              </a:solidFill>
              <a:latin typeface="Times New Roman" panose="02020603050405020304" pitchFamily="18" charset="0"/>
              <a:cs typeface="Times New Roman" panose="02020603050405020304" pitchFamily="18" charset="0"/>
              <a:sym typeface="+mn-ea"/>
            </a:endParaRPr>
          </a:p>
        </p:txBody>
      </p:sp>
      <p:sp>
        <p:nvSpPr>
          <p:cNvPr id="5" name="Text Box 4"/>
          <p:cNvSpPr txBox="1"/>
          <p:nvPr/>
        </p:nvSpPr>
        <p:spPr>
          <a:xfrm>
            <a:off x="0" y="1066800"/>
            <a:ext cx="9173210" cy="6268720"/>
          </a:xfrm>
          <a:prstGeom prst="rect">
            <a:avLst/>
          </a:prstGeom>
          <a:noFill/>
        </p:spPr>
        <p:txBody>
          <a:bodyPr wrap="square" rtlCol="0">
            <a:noAutofit/>
          </a:bodyPr>
          <a:p>
            <a:pPr marL="285750" indent="-285750">
              <a:buFont typeface="Segoe UI" panose="020B0502040204020203" charset="0"/>
              <a:buChar char="-"/>
            </a:pPr>
            <a:r>
              <a:rPr lang="en-US" altLang="en-GB" sz="2100" b="1">
                <a:latin typeface="Times New Roman" panose="02020603050405020304" pitchFamily="18" charset="0"/>
                <a:cs typeface="Times New Roman" panose="02020603050405020304" pitchFamily="18" charset="0"/>
              </a:rPr>
              <a:t>Thiết kế thiết bị đạt được mục tiêu ban đầu:</a:t>
            </a:r>
            <a:endParaRPr lang="en-US" altLang="en-GB" sz="2100" b="1">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altLang="en-GB" sz="2100">
                <a:latin typeface="Times New Roman" panose="02020603050405020304" pitchFamily="18" charset="0"/>
                <a:cs typeface="Times New Roman" panose="02020603050405020304" pitchFamily="18" charset="0"/>
              </a:rPr>
              <a:t>Thiết bị có kích thước nhỏ gọn, giá thành sản xuất rẻ</a:t>
            </a:r>
            <a:endParaRPr lang="en-US" altLang="en-GB" sz="210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altLang="en-GB" sz="2100">
                <a:latin typeface="Times New Roman" panose="02020603050405020304" pitchFamily="18" charset="0"/>
                <a:cs typeface="Times New Roman" panose="02020603050405020304" pitchFamily="18" charset="0"/>
              </a:rPr>
              <a:t>Có sử dụng nguồn riêng và thiết kế có thể sạc lại được, rất phù hợp việc tái sử dụng</a:t>
            </a:r>
            <a:endParaRPr lang="en-US" altLang="en-GB" sz="210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altLang="en-GB" sz="2100">
                <a:latin typeface="Times New Roman" panose="02020603050405020304" pitchFamily="18" charset="0"/>
                <a:cs typeface="Times New Roman" panose="02020603050405020304" pitchFamily="18" charset="0"/>
              </a:rPr>
              <a:t>Thiết bị tích hợp BLE để dữ liệu truyền đi sẽ luôn ổn định có thể theo dõi </a:t>
            </a:r>
            <a:endParaRPr lang="en-US" altLang="en-GB" sz="2100">
              <a:latin typeface="Times New Roman" panose="02020603050405020304" pitchFamily="18" charset="0"/>
              <a:cs typeface="Times New Roman" panose="02020603050405020304" pitchFamily="18" charset="0"/>
            </a:endParaRPr>
          </a:p>
          <a:p>
            <a:pPr marL="285750" indent="-285750">
              <a:buFont typeface="Segoe UI" panose="020B0502040204020203" charset="0"/>
              <a:buChar char="-"/>
            </a:pPr>
            <a:r>
              <a:rPr lang="en-US" altLang="en-GB" sz="2100" b="1">
                <a:latin typeface="Times New Roman" panose="02020603050405020304" pitchFamily="18" charset="0"/>
                <a:cs typeface="Times New Roman" panose="02020603050405020304" pitchFamily="18" charset="0"/>
              </a:rPr>
              <a:t>Một số vấn đề giới hạn: </a:t>
            </a:r>
            <a:endParaRPr lang="en-US" altLang="en-GB" sz="2100" b="1">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altLang="en-GB" sz="2100">
                <a:latin typeface="Times New Roman" panose="02020603050405020304" pitchFamily="18" charset="0"/>
                <a:cs typeface="Times New Roman" panose="02020603050405020304" pitchFamily="18" charset="0"/>
              </a:rPr>
              <a:t>Thiết bị đo có sai số, vì giới hạn tài chính nên nhóm mua thiết bị đo phù hợp giá tiền và thời gian nghiên cứu ngắn nên chưa tinh chỉnh sai số tối ưu nhất.</a:t>
            </a:r>
            <a:endParaRPr lang="en-US" altLang="en-GB" sz="210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altLang="en-GB" sz="2100">
                <a:latin typeface="Times New Roman" panose="02020603050405020304" pitchFamily="18" charset="0"/>
                <a:cs typeface="Times New Roman" panose="02020603050405020304" pitchFamily="18" charset="0"/>
              </a:rPr>
              <a:t>Giới hạn phạm vi lưu trữ dữ liệu, vì chỉ lưu trên FireBase nên dữ liệu cũng không lưu được nhiều và không được bảo đảo an toàn</a:t>
            </a:r>
            <a:endParaRPr lang="en-US" altLang="en-GB" sz="2100">
              <a:latin typeface="Times New Roman" panose="02020603050405020304" pitchFamily="18" charset="0"/>
              <a:cs typeface="Times New Roman" panose="02020603050405020304" pitchFamily="18" charset="0"/>
            </a:endParaRPr>
          </a:p>
          <a:p>
            <a:pPr marL="285750" indent="-285750">
              <a:buFont typeface="Segoe UI" panose="020B0502040204020203" charset="0"/>
              <a:buChar char="-"/>
            </a:pPr>
            <a:r>
              <a:rPr lang="en-US" altLang="en-GB" sz="2100" b="1">
                <a:latin typeface="Times New Roman" panose="02020603050405020304" pitchFamily="18" charset="0"/>
                <a:cs typeface="Times New Roman" panose="02020603050405020304" pitchFamily="18" charset="0"/>
              </a:rPr>
              <a:t>Về vi điều khiển trung tâm:</a:t>
            </a:r>
            <a:endParaRPr lang="en-US" altLang="en-GB" sz="2100" b="1">
              <a:latin typeface="Times New Roman" panose="02020603050405020304" pitchFamily="18" charset="0"/>
              <a:cs typeface="Times New Roman" panose="02020603050405020304" pitchFamily="18" charset="0"/>
            </a:endParaRPr>
          </a:p>
          <a:p>
            <a:pPr indent="457200"/>
            <a:r>
              <a:rPr lang="en-US" altLang="en-GB" sz="2100">
                <a:latin typeface="Times New Roman" panose="02020603050405020304" pitchFamily="18" charset="0"/>
                <a:cs typeface="Times New Roman" panose="02020603050405020304" pitchFamily="18" charset="0"/>
              </a:rPr>
              <a:t>Nhóm quyết định thực hiện trên STM8 vì theo tìm hiểu </a:t>
            </a:r>
            <a:r>
              <a:rPr lang="en-US" altLang="en-GB" sz="2100">
                <a:latin typeface="Times New Roman" panose="02020603050405020304" pitchFamily="18" charset="0"/>
                <a:cs typeface="Times New Roman" panose="02020603050405020304" pitchFamily="18" charset="0"/>
                <a:sym typeface="+mn-ea"/>
              </a:rPr>
              <a:t>nhóm muốn tối ưu chi phí nhất nên STM8 có giá 10k (STM8S103F3P6) đây là một lựa chọn rất hợp lý.</a:t>
            </a:r>
            <a:r>
              <a:rPr lang="en-US" altLang="en-GB" sz="2100">
                <a:latin typeface="Times New Roman" panose="02020603050405020304" pitchFamily="18" charset="0"/>
                <a:cs typeface="Times New Roman" panose="02020603050405020304" pitchFamily="18" charset="0"/>
              </a:rPr>
              <a:t> Nhưng nó khá mới mẻ và giới hạn khá nhiều tài liệu nên cũng gây rất khó khăn</a:t>
            </a:r>
            <a:endParaRPr lang="en-US" altLang="en-GB" sz="210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en-GB" sz="2100">
                <a:latin typeface="Times New Roman" panose="02020603050405020304" pitchFamily="18" charset="0"/>
                <a:cs typeface="Times New Roman" panose="02020603050405020304" pitchFamily="18" charset="0"/>
              </a:rPr>
              <a:t> </a:t>
            </a:r>
            <a:r>
              <a:rPr lang="en-US" altLang="en-GB" sz="2100" b="1">
                <a:latin typeface="Times New Roman" panose="02020603050405020304" pitchFamily="18" charset="0"/>
                <a:cs typeface="Times New Roman" panose="02020603050405020304" pitchFamily="18" charset="0"/>
              </a:rPr>
              <a:t>Kết luận:</a:t>
            </a:r>
            <a:r>
              <a:rPr lang="en-US" altLang="en-GB" sz="2100">
                <a:latin typeface="Times New Roman" panose="02020603050405020304" pitchFamily="18" charset="0"/>
                <a:cs typeface="Times New Roman" panose="02020603050405020304" pitchFamily="18" charset="0"/>
              </a:rPr>
              <a:t> Qua kiểm tra và đánh giá thiết bị thì thiết bị đã đáp ứng đầy đủ yêu cầu cho một thiết bị theo dõi thông minh, phù hợp với mọi người đều có thể dùng và có thể phát triển </a:t>
            </a:r>
            <a:endParaRPr lang="en-US" altLang="en-GB" sz="2100">
              <a:latin typeface="Times New Roman" panose="02020603050405020304" pitchFamily="18" charset="0"/>
              <a:cs typeface="Times New Roman" panose="02020603050405020304" pitchFamily="18" charset="0"/>
            </a:endParaRPr>
          </a:p>
          <a:p>
            <a:endParaRPr lang="en-US" altLang="en-GB" sz="2100">
              <a:latin typeface="Times New Roman" panose="02020603050405020304" pitchFamily="18" charset="0"/>
              <a:cs typeface="Times New Roman" panose="02020603050405020304" pitchFamily="18" charset="0"/>
            </a:endParaRPr>
          </a:p>
          <a:p>
            <a:endParaRPr lang="en-US" altLang="en-GB" sz="2100">
              <a:latin typeface="Times New Roman" panose="02020603050405020304" pitchFamily="18" charset="0"/>
              <a:cs typeface="Times New Roman" panose="02020603050405020304"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2286000" y="2743200"/>
            <a:ext cx="4930140" cy="860425"/>
          </a:xfrm>
          <a:prstGeom prst="rect">
            <a:avLst/>
          </a:prstGeom>
          <a:noFill/>
        </p:spPr>
        <p:txBody>
          <a:bodyPr wrap="square" rtlCol="0">
            <a:spAutoFit/>
          </a:bodyPr>
          <a:p>
            <a:r>
              <a:rPr lang="en-US" altLang="en-GB" sz="5000">
                <a:latin typeface="Times New Roman" panose="02020603050405020304" pitchFamily="18" charset="0"/>
                <a:cs typeface="Times New Roman" panose="02020603050405020304" pitchFamily="18" charset="0"/>
              </a:rPr>
              <a:t>THANK YOU</a:t>
            </a:r>
            <a:endParaRPr lang="en-US" altLang="en-GB" sz="5000">
              <a:latin typeface="Times New Roman" panose="02020603050405020304" pitchFamily="18" charset="0"/>
              <a:cs typeface="Times New Roman" panose="02020603050405020304" pitchFamily="18" charset="0"/>
            </a:endParaRPr>
          </a:p>
        </p:txBody>
      </p:sp>
    </p:spTree>
  </p:cSld>
  <p:clrMapOvr>
    <a:masterClrMapping/>
  </p:clrMapOvr>
</p:sld>
</file>

<file path=ppt/tags/tag1.xml><?xml version="1.0" encoding="utf-8"?>
<p:tagLst xmlns:p="http://schemas.openxmlformats.org/presentationml/2006/main">
  <p:tag name="TABLE_ENDDRAG_ORIGIN_RECT" val="610*107"/>
  <p:tag name="TABLE_ENDDRAG_RECT" val="50*166*610*107"/>
</p:tagLst>
</file>

<file path=ppt/tags/tag2.xml><?xml version="1.0" encoding="utf-8"?>
<p:tagLst xmlns:p="http://schemas.openxmlformats.org/presentationml/2006/main">
  <p:tag name="TABLE_ENDDRAG_ORIGIN_RECT" val="568*170"/>
  <p:tag name="TABLE_ENDDRAG_RECT" val="108*150*568*170"/>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5325</Words>
  <Application>WPS Presentation</Application>
  <PresentationFormat/>
  <Paragraphs>234</Paragraphs>
  <Slides>22</Slides>
  <Notes>1</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22</vt:i4>
      </vt:variant>
    </vt:vector>
  </HeadingPairs>
  <TitlesOfParts>
    <vt:vector size="34" baseType="lpstr">
      <vt:lpstr>Arial</vt:lpstr>
      <vt:lpstr>SimSun</vt:lpstr>
      <vt:lpstr>Wingdings</vt:lpstr>
      <vt:lpstr>Calibri</vt:lpstr>
      <vt:lpstr>Times New Roman</vt:lpstr>
      <vt:lpstr>Google Sans Text</vt:lpstr>
      <vt:lpstr>Segoe Print</vt:lpstr>
      <vt:lpstr>Wingdings</vt:lpstr>
      <vt:lpstr>Microsoft YaHei</vt:lpstr>
      <vt:lpstr>Arial Unicode MS</vt:lpstr>
      <vt:lpstr>Segoe UI</vt:lpstr>
      <vt:lpstr>Office Theme</vt:lpstr>
      <vt:lpstr>ĐỀ TÀI : THIẾT KẾ THIẾT BỊ ĐO NHỊP TIM  VÀ CẢNH BÁO TÉ NGÃ </vt:lpstr>
      <vt:lpstr>PowerPoint 演示文稿</vt:lpstr>
      <vt:lpstr>Phần I : Ý tưởng thiết kế</vt:lpstr>
      <vt:lpstr>PowerPoint 演示文稿</vt:lpstr>
      <vt:lpstr>Phần I : Ý tưởng thiết kế</vt:lpstr>
      <vt:lpstr>Phần I : Ý tưởng thiết kế</vt:lpstr>
      <vt:lpstr>PowerPoint 演示文稿</vt:lpstr>
      <vt:lpstr>PowerPoint 演示文稿</vt:lpstr>
      <vt:lpstr>Phần I : Ý tưởng thiết kế</vt:lpstr>
      <vt:lpstr>Phần I : Ý tưởng thiết kế</vt:lpstr>
      <vt:lpstr>Phần II: Thiết kế hệ thống</vt:lpstr>
      <vt:lpstr>Phần II: Thiết kế hệ thống</vt:lpstr>
      <vt:lpstr>Phần II: Thiết kế hệ thống</vt:lpstr>
      <vt:lpstr>Phần II: Thiết kế hệ thống</vt:lpstr>
      <vt:lpstr>Phần II: Thiết kế hệ thống</vt:lpstr>
      <vt:lpstr>Phần II: Thiết kế hệ thống</vt:lpstr>
      <vt:lpstr>Phần II: Thiết kế hệ thống</vt:lpstr>
      <vt:lpstr>Phần III: Hoạt động hệ thống</vt:lpstr>
      <vt:lpstr>Phần III: Hoạt động hệ thống</vt:lpstr>
      <vt:lpstr>Phần III: Hoạt động hệ thống</vt:lpstr>
      <vt:lpstr>Phần IV: Kết quả và đánh giá</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Pham Duy Anh</dc:creator>
  <cp:lastModifiedBy>tuấn văn</cp:lastModifiedBy>
  <cp:revision>454</cp:revision>
  <cp:lastPrinted>2018-04-03T01:30:00Z</cp:lastPrinted>
  <dcterms:created xsi:type="dcterms:W3CDTF">2017-10-17T01:43:00Z</dcterms:created>
  <dcterms:modified xsi:type="dcterms:W3CDTF">2026-01-05T15:55:05Z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A578AB0086C74F0CB9679B0B8C59614E_13</vt:lpwstr>
  </property>
  <property fmtid="{D5CDD505-2E9C-101B-9397-08002B2CF9AE}" pid="3" name="KSOProductBuildVer">
    <vt:lpwstr>1033-12.2.0.23196</vt:lpwstr>
  </property>
</Properties>
</file>